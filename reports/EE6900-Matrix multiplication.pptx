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8" r:id="rId2"/>
    <p:sldId id="320" r:id="rId3"/>
    <p:sldId id="321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8" r:id="rId19"/>
    <p:sldId id="339" r:id="rId20"/>
    <p:sldId id="341" r:id="rId21"/>
    <p:sldId id="33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1AE0876-1412-4680-A117-43E90273429D}">
          <p14:sldIdLst>
            <p14:sldId id="258"/>
          </p14:sldIdLst>
        </p14:section>
        <p14:section name="Introduction" id="{7719D4D6-1973-4180-8E18-637BAFB4F409}">
          <p14:sldIdLst>
            <p14:sldId id="320"/>
            <p14:sldId id="321"/>
            <p14:sldId id="323"/>
            <p14:sldId id="324"/>
            <p14:sldId id="325"/>
          </p14:sldIdLst>
        </p14:section>
        <p14:section name="Background" id="{4C5B93A5-E76B-4DC8-8A5B-63AF988E83FF}">
          <p14:sldIdLst>
            <p14:sldId id="326"/>
            <p14:sldId id="327"/>
            <p14:sldId id="328"/>
            <p14:sldId id="329"/>
          </p14:sldIdLst>
        </p14:section>
        <p14:section name="Design Methodology" id="{68C5D3DC-7ACF-4D76-8934-D60816B5DB7B}">
          <p14:sldIdLst>
            <p14:sldId id="330"/>
            <p14:sldId id="331"/>
            <p14:sldId id="332"/>
            <p14:sldId id="333"/>
            <p14:sldId id="334"/>
          </p14:sldIdLst>
        </p14:section>
        <p14:section name="Expirment" id="{B72B5079-A795-4ABF-911B-7DAAB1717C9E}">
          <p14:sldIdLst>
            <p14:sldId id="335"/>
            <p14:sldId id="336"/>
            <p14:sldId id="338"/>
            <p14:sldId id="339"/>
            <p14:sldId id="341"/>
            <p14:sldId id="33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117FA7-6871-15F3-82F4-50D308C399CD}" v="153" dt="2026-05-11T00:56:57.674"/>
    <p1510:client id="{3B1ABB1E-DA20-4385-8196-FE4545CBC703}" v="51" dt="2026-05-11T01:31:29.829"/>
    <p1510:client id="{424613C0-0FD7-A99F-E2D0-4DF54ED10356}" v="39" dt="2026-05-11T01:47:10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jeet Surakanti" userId="S::asurakan@students.kennesaw.edu::a366fa47-3557-4b1c-94ce-ffe3d8562f46" providerId="AD" clId="Web-{424613C0-0FD7-A99F-E2D0-4DF54ED10356}"/>
    <pc:docChg chg="modSld">
      <pc:chgData name="Abhijeet Surakanti" userId="S::asurakan@students.kennesaw.edu::a366fa47-3557-4b1c-94ce-ffe3d8562f46" providerId="AD" clId="Web-{424613C0-0FD7-A99F-E2D0-4DF54ED10356}" dt="2026-05-11T01:47:10.572" v="36" actId="14100"/>
      <pc:docMkLst>
        <pc:docMk/>
      </pc:docMkLst>
      <pc:sldChg chg="modSp">
        <pc:chgData name="Abhijeet Surakanti" userId="S::asurakan@students.kennesaw.edu::a366fa47-3557-4b1c-94ce-ffe3d8562f46" providerId="AD" clId="Web-{424613C0-0FD7-A99F-E2D0-4DF54ED10356}" dt="2026-05-10T16:41:51.928" v="2" actId="20577"/>
        <pc:sldMkLst>
          <pc:docMk/>
          <pc:sldMk cId="551199324" sldId="328"/>
        </pc:sldMkLst>
        <pc:spChg chg="mod">
          <ac:chgData name="Abhijeet Surakanti" userId="S::asurakan@students.kennesaw.edu::a366fa47-3557-4b1c-94ce-ffe3d8562f46" providerId="AD" clId="Web-{424613C0-0FD7-A99F-E2D0-4DF54ED10356}" dt="2026-05-10T16:41:51.928" v="2" actId="20577"/>
          <ac:spMkLst>
            <pc:docMk/>
            <pc:sldMk cId="551199324" sldId="328"/>
            <ac:spMk id="3" creationId="{FB8079C3-2426-B485-56C2-2471E33B6CC0}"/>
          </ac:spMkLst>
        </pc:spChg>
      </pc:sldChg>
      <pc:sldChg chg="modSp">
        <pc:chgData name="Abhijeet Surakanti" userId="S::asurakan@students.kennesaw.edu::a366fa47-3557-4b1c-94ce-ffe3d8562f46" providerId="AD" clId="Web-{424613C0-0FD7-A99F-E2D0-4DF54ED10356}" dt="2026-05-10T17:48:54.906" v="13" actId="20577"/>
        <pc:sldMkLst>
          <pc:docMk/>
          <pc:sldMk cId="1468897031" sldId="329"/>
        </pc:sldMkLst>
        <pc:spChg chg="mod">
          <ac:chgData name="Abhijeet Surakanti" userId="S::asurakan@students.kennesaw.edu::a366fa47-3557-4b1c-94ce-ffe3d8562f46" providerId="AD" clId="Web-{424613C0-0FD7-A99F-E2D0-4DF54ED10356}" dt="2026-05-10T17:48:54.906" v="13" actId="20577"/>
          <ac:spMkLst>
            <pc:docMk/>
            <pc:sldMk cId="1468897031" sldId="329"/>
            <ac:spMk id="3" creationId="{5886EB47-75E4-3D01-ED6B-23E2BD9947D7}"/>
          </ac:spMkLst>
        </pc:spChg>
      </pc:sldChg>
      <pc:sldChg chg="addSp delSp modSp">
        <pc:chgData name="Abhijeet Surakanti" userId="S::asurakan@students.kennesaw.edu::a366fa47-3557-4b1c-94ce-ffe3d8562f46" providerId="AD" clId="Web-{424613C0-0FD7-A99F-E2D0-4DF54ED10356}" dt="2026-05-11T01:44:48.181" v="18" actId="1076"/>
        <pc:sldMkLst>
          <pc:docMk/>
          <pc:sldMk cId="937879482" sldId="331"/>
        </pc:sldMkLst>
        <pc:picChg chg="add del mod">
          <ac:chgData name="Abhijeet Surakanti" userId="S::asurakan@students.kennesaw.edu::a366fa47-3557-4b1c-94ce-ffe3d8562f46" providerId="AD" clId="Web-{424613C0-0FD7-A99F-E2D0-4DF54ED10356}" dt="2026-05-11T01:43:32.181" v="15"/>
          <ac:picMkLst>
            <pc:docMk/>
            <pc:sldMk cId="937879482" sldId="331"/>
            <ac:picMk id="19" creationId="{DE0788F7-8F1F-3907-7FAE-DA68C16755F3}"/>
          </ac:picMkLst>
        </pc:picChg>
        <pc:picChg chg="add mod">
          <ac:chgData name="Abhijeet Surakanti" userId="S::asurakan@students.kennesaw.edu::a366fa47-3557-4b1c-94ce-ffe3d8562f46" providerId="AD" clId="Web-{424613C0-0FD7-A99F-E2D0-4DF54ED10356}" dt="2026-05-11T01:44:48.181" v="18" actId="1076"/>
          <ac:picMkLst>
            <pc:docMk/>
            <pc:sldMk cId="937879482" sldId="331"/>
            <ac:picMk id="35" creationId="{39AF2CA7-0435-E9C0-0D7A-8DA5730BBDE2}"/>
          </ac:picMkLst>
        </pc:picChg>
      </pc:sldChg>
      <pc:sldChg chg="addSp modSp">
        <pc:chgData name="Abhijeet Surakanti" userId="S::asurakan@students.kennesaw.edu::a366fa47-3557-4b1c-94ce-ffe3d8562f46" providerId="AD" clId="Web-{424613C0-0FD7-A99F-E2D0-4DF54ED10356}" dt="2026-05-11T01:45:42.197" v="26" actId="1076"/>
        <pc:sldMkLst>
          <pc:docMk/>
          <pc:sldMk cId="945405245" sldId="332"/>
        </pc:sldMkLst>
        <pc:picChg chg="add mod">
          <ac:chgData name="Abhijeet Surakanti" userId="S::asurakan@students.kennesaw.edu::a366fa47-3557-4b1c-94ce-ffe3d8562f46" providerId="AD" clId="Web-{424613C0-0FD7-A99F-E2D0-4DF54ED10356}" dt="2026-05-11T01:45:42.197" v="26" actId="1076"/>
          <ac:picMkLst>
            <pc:docMk/>
            <pc:sldMk cId="945405245" sldId="332"/>
            <ac:picMk id="24" creationId="{C5A3657C-5A43-9979-4045-FD2BF5318B9A}"/>
          </ac:picMkLst>
        </pc:picChg>
      </pc:sldChg>
      <pc:sldChg chg="addSp modSp">
        <pc:chgData name="Abhijeet Surakanti" userId="S::asurakan@students.kennesaw.edu::a366fa47-3557-4b1c-94ce-ffe3d8562f46" providerId="AD" clId="Web-{424613C0-0FD7-A99F-E2D0-4DF54ED10356}" dt="2026-05-11T01:46:21.041" v="31" actId="1076"/>
        <pc:sldMkLst>
          <pc:docMk/>
          <pc:sldMk cId="1246852289" sldId="333"/>
        </pc:sldMkLst>
        <pc:picChg chg="add mod">
          <ac:chgData name="Abhijeet Surakanti" userId="S::asurakan@students.kennesaw.edu::a366fa47-3557-4b1c-94ce-ffe3d8562f46" providerId="AD" clId="Web-{424613C0-0FD7-A99F-E2D0-4DF54ED10356}" dt="2026-05-11T01:46:21.041" v="31" actId="1076"/>
          <ac:picMkLst>
            <pc:docMk/>
            <pc:sldMk cId="1246852289" sldId="333"/>
            <ac:picMk id="24" creationId="{D0CD518E-A10A-23D4-6A17-EF1C4C34D7CA}"/>
          </ac:picMkLst>
        </pc:picChg>
      </pc:sldChg>
      <pc:sldChg chg="addSp modSp">
        <pc:chgData name="Abhijeet Surakanti" userId="S::asurakan@students.kennesaw.edu::a366fa47-3557-4b1c-94ce-ffe3d8562f46" providerId="AD" clId="Web-{424613C0-0FD7-A99F-E2D0-4DF54ED10356}" dt="2026-05-11T01:47:10.572" v="36" actId="14100"/>
        <pc:sldMkLst>
          <pc:docMk/>
          <pc:sldMk cId="2407136762" sldId="334"/>
        </pc:sldMkLst>
        <pc:picChg chg="add mod">
          <ac:chgData name="Abhijeet Surakanti" userId="S::asurakan@students.kennesaw.edu::a366fa47-3557-4b1c-94ce-ffe3d8562f46" providerId="AD" clId="Web-{424613C0-0FD7-A99F-E2D0-4DF54ED10356}" dt="2026-05-11T01:47:10.572" v="36" actId="14100"/>
          <ac:picMkLst>
            <pc:docMk/>
            <pc:sldMk cId="2407136762" sldId="334"/>
            <ac:picMk id="24" creationId="{B079EAF3-6600-9A5A-52C3-6EE9FF911CF3}"/>
          </ac:picMkLst>
        </pc:picChg>
      </pc:sldChg>
    </pc:docChg>
  </pc:docChgLst>
  <pc:docChgLst>
    <pc:chgData name="Mason Snyder" userId="2cb0963c-d2da-4a25-a9d9-dd7bd7f69865" providerId="ADAL" clId="{0E4A21BC-E931-49EE-A5CE-FC9BC42D7D60}"/>
    <pc:docChg chg="undo custSel addSld modSld addSection modSection">
      <pc:chgData name="Mason Snyder" userId="2cb0963c-d2da-4a25-a9d9-dd7bd7f69865" providerId="ADAL" clId="{0E4A21BC-E931-49EE-A5CE-FC9BC42D7D60}" dt="2026-05-11T01:31:29.829" v="1535" actId="20577"/>
      <pc:docMkLst>
        <pc:docMk/>
      </pc:docMkLst>
      <pc:sldChg chg="modNotesTx">
        <pc:chgData name="Mason Snyder" userId="2cb0963c-d2da-4a25-a9d9-dd7bd7f69865" providerId="ADAL" clId="{0E4A21BC-E931-49EE-A5CE-FC9BC42D7D60}" dt="2026-05-05T20:52:15.844" v="4" actId="20577"/>
        <pc:sldMkLst>
          <pc:docMk/>
          <pc:sldMk cId="653534442" sldId="320"/>
        </pc:sldMkLst>
      </pc:sldChg>
      <pc:sldChg chg="modNotesTx">
        <pc:chgData name="Mason Snyder" userId="2cb0963c-d2da-4a25-a9d9-dd7bd7f69865" providerId="ADAL" clId="{0E4A21BC-E931-49EE-A5CE-FC9BC42D7D60}" dt="2026-05-05T20:52:12.843" v="3" actId="20577"/>
        <pc:sldMkLst>
          <pc:docMk/>
          <pc:sldMk cId="3458534991" sldId="321"/>
        </pc:sldMkLst>
      </pc:sldChg>
      <pc:sldChg chg="modNotesTx">
        <pc:chgData name="Mason Snyder" userId="2cb0963c-d2da-4a25-a9d9-dd7bd7f69865" providerId="ADAL" clId="{0E4A21BC-E931-49EE-A5CE-FC9BC42D7D60}" dt="2026-05-05T20:52:09.537" v="2" actId="20577"/>
        <pc:sldMkLst>
          <pc:docMk/>
          <pc:sldMk cId="1948550489" sldId="323"/>
        </pc:sldMkLst>
      </pc:sldChg>
      <pc:sldChg chg="modNotesTx">
        <pc:chgData name="Mason Snyder" userId="2cb0963c-d2da-4a25-a9d9-dd7bd7f69865" providerId="ADAL" clId="{0E4A21BC-E931-49EE-A5CE-FC9BC42D7D60}" dt="2026-05-05T20:52:05.989" v="1" actId="20577"/>
        <pc:sldMkLst>
          <pc:docMk/>
          <pc:sldMk cId="3611723937" sldId="324"/>
        </pc:sldMkLst>
      </pc:sldChg>
      <pc:sldChg chg="modNotesTx">
        <pc:chgData name="Mason Snyder" userId="2cb0963c-d2da-4a25-a9d9-dd7bd7f69865" providerId="ADAL" clId="{0E4A21BC-E931-49EE-A5CE-FC9BC42D7D60}" dt="2026-05-05T20:52:00.552" v="0" actId="20577"/>
        <pc:sldMkLst>
          <pc:docMk/>
          <pc:sldMk cId="2686125322" sldId="325"/>
        </pc:sldMkLst>
      </pc:sldChg>
      <pc:sldChg chg="addSp modSp mod modNotesTx">
        <pc:chgData name="Mason Snyder" userId="2cb0963c-d2da-4a25-a9d9-dd7bd7f69865" providerId="ADAL" clId="{0E4A21BC-E931-49EE-A5CE-FC9BC42D7D60}" dt="2026-05-05T21:15:46.054" v="1087" actId="20577"/>
        <pc:sldMkLst>
          <pc:docMk/>
          <pc:sldMk cId="3312677031" sldId="326"/>
        </pc:sldMkLst>
        <pc:spChg chg="mod">
          <ac:chgData name="Mason Snyder" userId="2cb0963c-d2da-4a25-a9d9-dd7bd7f69865" providerId="ADAL" clId="{0E4A21BC-E931-49EE-A5CE-FC9BC42D7D60}" dt="2026-05-05T20:54:37.582" v="41" actId="20577"/>
          <ac:spMkLst>
            <pc:docMk/>
            <pc:sldMk cId="3312677031" sldId="326"/>
            <ac:spMk id="2" creationId="{CFB359EA-6F51-2C3A-C933-96851C38C273}"/>
          </ac:spMkLst>
        </pc:spChg>
        <pc:spChg chg="mod">
          <ac:chgData name="Mason Snyder" userId="2cb0963c-d2da-4a25-a9d9-dd7bd7f69865" providerId="ADAL" clId="{0E4A21BC-E931-49EE-A5CE-FC9BC42D7D60}" dt="2026-05-05T21:03:35.643" v="464" actId="20577"/>
          <ac:spMkLst>
            <pc:docMk/>
            <pc:sldMk cId="3312677031" sldId="326"/>
            <ac:spMk id="3" creationId="{81295938-FE9F-7496-45E1-D5B8BD3B00BC}"/>
          </ac:spMkLst>
        </pc:spChg>
        <pc:spChg chg="add mod">
          <ac:chgData name="Mason Snyder" userId="2cb0963c-d2da-4a25-a9d9-dd7bd7f69865" providerId="ADAL" clId="{0E4A21BC-E931-49EE-A5CE-FC9BC42D7D60}" dt="2026-05-05T21:03:51.342" v="465" actId="1076"/>
          <ac:spMkLst>
            <pc:docMk/>
            <pc:sldMk cId="3312677031" sldId="326"/>
            <ac:spMk id="4" creationId="{D8559716-B2A0-4A5D-5C0C-9650839F44E3}"/>
          </ac:spMkLst>
        </pc:spChg>
        <pc:spChg chg="add mod">
          <ac:chgData name="Mason Snyder" userId="2cb0963c-d2da-4a25-a9d9-dd7bd7f69865" providerId="ADAL" clId="{0E4A21BC-E931-49EE-A5CE-FC9BC42D7D60}" dt="2026-05-05T21:12:11.927" v="851" actId="1076"/>
          <ac:spMkLst>
            <pc:docMk/>
            <pc:sldMk cId="3312677031" sldId="326"/>
            <ac:spMk id="5" creationId="{22607C28-E8A5-0457-99FE-C8A480A630BA}"/>
          </ac:spMkLst>
        </pc:spChg>
      </pc:sldChg>
      <pc:sldChg chg="addSp delSp modSp add mod">
        <pc:chgData name="Mason Snyder" userId="2cb0963c-d2da-4a25-a9d9-dd7bd7f69865" providerId="ADAL" clId="{0E4A21BC-E931-49EE-A5CE-FC9BC42D7D60}" dt="2026-05-05T21:11:30.410" v="835" actId="1076"/>
        <pc:sldMkLst>
          <pc:docMk/>
          <pc:sldMk cId="3998909679" sldId="327"/>
        </pc:sldMkLst>
        <pc:spChg chg="mod">
          <ac:chgData name="Mason Snyder" userId="2cb0963c-d2da-4a25-a9d9-dd7bd7f69865" providerId="ADAL" clId="{0E4A21BC-E931-49EE-A5CE-FC9BC42D7D60}" dt="2026-05-05T21:06:35.752" v="484" actId="20577"/>
          <ac:spMkLst>
            <pc:docMk/>
            <pc:sldMk cId="3998909679" sldId="327"/>
            <ac:spMk id="2" creationId="{6E90EB26-45EC-B9CB-93FD-E4DC155F4177}"/>
          </ac:spMkLst>
        </pc:spChg>
        <pc:spChg chg="mod">
          <ac:chgData name="Mason Snyder" userId="2cb0963c-d2da-4a25-a9d9-dd7bd7f69865" providerId="ADAL" clId="{0E4A21BC-E931-49EE-A5CE-FC9BC42D7D60}" dt="2026-05-05T21:11:21.843" v="833" actId="1076"/>
          <ac:spMkLst>
            <pc:docMk/>
            <pc:sldMk cId="3998909679" sldId="327"/>
            <ac:spMk id="3" creationId="{D055AF06-D3D2-4B67-01FE-B6E15789F077}"/>
          </ac:spMkLst>
        </pc:spChg>
        <pc:spChg chg="add mod">
          <ac:chgData name="Mason Snyder" userId="2cb0963c-d2da-4a25-a9d9-dd7bd7f69865" providerId="ADAL" clId="{0E4A21BC-E931-49EE-A5CE-FC9BC42D7D60}" dt="2026-05-05T21:11:30.410" v="835" actId="1076"/>
          <ac:spMkLst>
            <pc:docMk/>
            <pc:sldMk cId="3998909679" sldId="327"/>
            <ac:spMk id="13" creationId="{7D785529-7973-789F-41F2-95A5471F11F2}"/>
          </ac:spMkLst>
        </pc:spChg>
        <pc:picChg chg="add mod">
          <ac:chgData name="Mason Snyder" userId="2cb0963c-d2da-4a25-a9d9-dd7bd7f69865" providerId="ADAL" clId="{0E4A21BC-E931-49EE-A5CE-FC9BC42D7D60}" dt="2026-05-05T21:11:24.844" v="834" actId="1076"/>
          <ac:picMkLst>
            <pc:docMk/>
            <pc:sldMk cId="3998909679" sldId="327"/>
            <ac:picMk id="12" creationId="{49F28D01-0A4A-0C2B-E187-40BEACF7B87E}"/>
          </ac:picMkLst>
        </pc:picChg>
      </pc:sldChg>
      <pc:sldChg chg="modSp new mod">
        <pc:chgData name="Mason Snyder" userId="2cb0963c-d2da-4a25-a9d9-dd7bd7f69865" providerId="ADAL" clId="{0E4A21BC-E931-49EE-A5CE-FC9BC42D7D60}" dt="2026-05-05T21:14:55.216" v="1086" actId="27636"/>
        <pc:sldMkLst>
          <pc:docMk/>
          <pc:sldMk cId="551199324" sldId="328"/>
        </pc:sldMkLst>
        <pc:spChg chg="mod">
          <ac:chgData name="Mason Snyder" userId="2cb0963c-d2da-4a25-a9d9-dd7bd7f69865" providerId="ADAL" clId="{0E4A21BC-E931-49EE-A5CE-FC9BC42D7D60}" dt="2026-05-05T21:13:14.529" v="892"/>
          <ac:spMkLst>
            <pc:docMk/>
            <pc:sldMk cId="551199324" sldId="328"/>
            <ac:spMk id="2" creationId="{8C7C339B-7A91-0C31-BE22-88B94C346260}"/>
          </ac:spMkLst>
        </pc:spChg>
        <pc:spChg chg="mod">
          <ac:chgData name="Mason Snyder" userId="2cb0963c-d2da-4a25-a9d9-dd7bd7f69865" providerId="ADAL" clId="{0E4A21BC-E931-49EE-A5CE-FC9BC42D7D60}" dt="2026-05-05T21:14:55.216" v="1086" actId="27636"/>
          <ac:spMkLst>
            <pc:docMk/>
            <pc:sldMk cId="551199324" sldId="328"/>
            <ac:spMk id="3" creationId="{FB8079C3-2426-B485-56C2-2471E33B6CC0}"/>
          </ac:spMkLst>
        </pc:spChg>
      </pc:sldChg>
      <pc:sldChg chg="modSp add mod">
        <pc:chgData name="Mason Snyder" userId="2cb0963c-d2da-4a25-a9d9-dd7bd7f69865" providerId="ADAL" clId="{0E4A21BC-E931-49EE-A5CE-FC9BC42D7D60}" dt="2026-05-05T21:18:27.094" v="1325" actId="20577"/>
        <pc:sldMkLst>
          <pc:docMk/>
          <pc:sldMk cId="1468897031" sldId="329"/>
        </pc:sldMkLst>
        <pc:spChg chg="mod">
          <ac:chgData name="Mason Snyder" userId="2cb0963c-d2da-4a25-a9d9-dd7bd7f69865" providerId="ADAL" clId="{0E4A21BC-E931-49EE-A5CE-FC9BC42D7D60}" dt="2026-05-05T21:16:29.923" v="1104" actId="20577"/>
          <ac:spMkLst>
            <pc:docMk/>
            <pc:sldMk cId="1468897031" sldId="329"/>
            <ac:spMk id="2" creationId="{E62535B6-1606-95AB-7AB7-1B1C63B00AD5}"/>
          </ac:spMkLst>
        </pc:spChg>
        <pc:spChg chg="mod">
          <ac:chgData name="Mason Snyder" userId="2cb0963c-d2da-4a25-a9d9-dd7bd7f69865" providerId="ADAL" clId="{0E4A21BC-E931-49EE-A5CE-FC9BC42D7D60}" dt="2026-05-05T21:18:27.094" v="1325" actId="20577"/>
          <ac:spMkLst>
            <pc:docMk/>
            <pc:sldMk cId="1468897031" sldId="329"/>
            <ac:spMk id="3" creationId="{5886EB47-75E4-3D01-ED6B-23E2BD9947D7}"/>
          </ac:spMkLst>
        </pc:spChg>
      </pc:sldChg>
      <pc:sldChg chg="modSp new mod">
        <pc:chgData name="Mason Snyder" userId="2cb0963c-d2da-4a25-a9d9-dd7bd7f69865" providerId="ADAL" clId="{0E4A21BC-E931-49EE-A5CE-FC9BC42D7D60}" dt="2026-05-05T21:21:29.544" v="1352" actId="20577"/>
        <pc:sldMkLst>
          <pc:docMk/>
          <pc:sldMk cId="2196541582" sldId="330"/>
        </pc:sldMkLst>
        <pc:spChg chg="mod">
          <ac:chgData name="Mason Snyder" userId="2cb0963c-d2da-4a25-a9d9-dd7bd7f69865" providerId="ADAL" clId="{0E4A21BC-E931-49EE-A5CE-FC9BC42D7D60}" dt="2026-05-05T21:21:29.544" v="1352" actId="20577"/>
          <ac:spMkLst>
            <pc:docMk/>
            <pc:sldMk cId="2196541582" sldId="330"/>
            <ac:spMk id="2" creationId="{EFE13A6E-EFB1-ACD5-17E3-3B5EF4CAF79D}"/>
          </ac:spMkLst>
        </pc:spChg>
      </pc:sldChg>
      <pc:sldChg chg="modSp new mod">
        <pc:chgData name="Mason Snyder" userId="2cb0963c-d2da-4a25-a9d9-dd7bd7f69865" providerId="ADAL" clId="{0E4A21BC-E931-49EE-A5CE-FC9BC42D7D60}" dt="2026-05-05T21:21:54.316" v="1371" actId="20577"/>
        <pc:sldMkLst>
          <pc:docMk/>
          <pc:sldMk cId="937879482" sldId="331"/>
        </pc:sldMkLst>
        <pc:spChg chg="mod">
          <ac:chgData name="Mason Snyder" userId="2cb0963c-d2da-4a25-a9d9-dd7bd7f69865" providerId="ADAL" clId="{0E4A21BC-E931-49EE-A5CE-FC9BC42D7D60}" dt="2026-05-05T21:21:54.316" v="1371" actId="20577"/>
          <ac:spMkLst>
            <pc:docMk/>
            <pc:sldMk cId="937879482" sldId="331"/>
            <ac:spMk id="2" creationId="{D9CCAF03-EBBD-EEC2-B79F-54CD1E8735EF}"/>
          </ac:spMkLst>
        </pc:spChg>
      </pc:sldChg>
      <pc:sldChg chg="modSp new mod">
        <pc:chgData name="Mason Snyder" userId="2cb0963c-d2da-4a25-a9d9-dd7bd7f69865" providerId="ADAL" clId="{0E4A21BC-E931-49EE-A5CE-FC9BC42D7D60}" dt="2026-05-05T21:23:02.443" v="1433" actId="20577"/>
        <pc:sldMkLst>
          <pc:docMk/>
          <pc:sldMk cId="945405245" sldId="332"/>
        </pc:sldMkLst>
        <pc:spChg chg="mod">
          <ac:chgData name="Mason Snyder" userId="2cb0963c-d2da-4a25-a9d9-dd7bd7f69865" providerId="ADAL" clId="{0E4A21BC-E931-49EE-A5CE-FC9BC42D7D60}" dt="2026-05-05T21:23:02.443" v="1433" actId="20577"/>
          <ac:spMkLst>
            <pc:docMk/>
            <pc:sldMk cId="945405245" sldId="332"/>
            <ac:spMk id="2" creationId="{1BE03B89-8A09-AEAB-5F2D-296D4B2AA977}"/>
          </ac:spMkLst>
        </pc:spChg>
      </pc:sldChg>
      <pc:sldChg chg="modSp add mod">
        <pc:chgData name="Mason Snyder" userId="2cb0963c-d2da-4a25-a9d9-dd7bd7f69865" providerId="ADAL" clId="{0E4A21BC-E931-49EE-A5CE-FC9BC42D7D60}" dt="2026-05-05T21:22:48.267" v="1427"/>
        <pc:sldMkLst>
          <pc:docMk/>
          <pc:sldMk cId="1246852289" sldId="333"/>
        </pc:sldMkLst>
        <pc:spChg chg="mod">
          <ac:chgData name="Mason Snyder" userId="2cb0963c-d2da-4a25-a9d9-dd7bd7f69865" providerId="ADAL" clId="{0E4A21BC-E931-49EE-A5CE-FC9BC42D7D60}" dt="2026-05-05T21:22:48.267" v="1427"/>
          <ac:spMkLst>
            <pc:docMk/>
            <pc:sldMk cId="1246852289" sldId="333"/>
            <ac:spMk id="2" creationId="{159B889E-9A92-D93B-B1BB-2A9246EA1A32}"/>
          </ac:spMkLst>
        </pc:spChg>
      </pc:sldChg>
      <pc:sldChg chg="modSp add mod">
        <pc:chgData name="Mason Snyder" userId="2cb0963c-d2da-4a25-a9d9-dd7bd7f69865" providerId="ADAL" clId="{0E4A21BC-E931-49EE-A5CE-FC9BC42D7D60}" dt="2026-05-05T21:23:17.717" v="1442" actId="20577"/>
        <pc:sldMkLst>
          <pc:docMk/>
          <pc:sldMk cId="2407136762" sldId="334"/>
        </pc:sldMkLst>
        <pc:spChg chg="mod">
          <ac:chgData name="Mason Snyder" userId="2cb0963c-d2da-4a25-a9d9-dd7bd7f69865" providerId="ADAL" clId="{0E4A21BC-E931-49EE-A5CE-FC9BC42D7D60}" dt="2026-05-05T21:23:17.717" v="1442" actId="20577"/>
          <ac:spMkLst>
            <pc:docMk/>
            <pc:sldMk cId="2407136762" sldId="334"/>
            <ac:spMk id="2" creationId="{7EB805C9-F66C-544D-7EC3-1C7E3CBF31CF}"/>
          </ac:spMkLst>
        </pc:spChg>
      </pc:sldChg>
      <pc:sldChg chg="modSp new mod">
        <pc:chgData name="Mason Snyder" userId="2cb0963c-d2da-4a25-a9d9-dd7bd7f69865" providerId="ADAL" clId="{0E4A21BC-E931-49EE-A5CE-FC9BC42D7D60}" dt="2026-05-05T21:24:14.486" v="1465" actId="20577"/>
        <pc:sldMkLst>
          <pc:docMk/>
          <pc:sldMk cId="3693476990" sldId="335"/>
        </pc:sldMkLst>
        <pc:spChg chg="mod">
          <ac:chgData name="Mason Snyder" userId="2cb0963c-d2da-4a25-a9d9-dd7bd7f69865" providerId="ADAL" clId="{0E4A21BC-E931-49EE-A5CE-FC9BC42D7D60}" dt="2026-05-05T21:24:14.486" v="1465" actId="20577"/>
          <ac:spMkLst>
            <pc:docMk/>
            <pc:sldMk cId="3693476990" sldId="335"/>
            <ac:spMk id="2" creationId="{A0226664-954B-B83D-7BFD-893E2543224E}"/>
          </ac:spMkLst>
        </pc:spChg>
      </pc:sldChg>
      <pc:sldChg chg="modSp add mod">
        <pc:chgData name="Mason Snyder" userId="2cb0963c-d2da-4a25-a9d9-dd7bd7f69865" providerId="ADAL" clId="{0E4A21BC-E931-49EE-A5CE-FC9BC42D7D60}" dt="2026-05-05T21:24:34.125" v="1473" actId="20577"/>
        <pc:sldMkLst>
          <pc:docMk/>
          <pc:sldMk cId="287658365" sldId="336"/>
        </pc:sldMkLst>
        <pc:spChg chg="mod">
          <ac:chgData name="Mason Snyder" userId="2cb0963c-d2da-4a25-a9d9-dd7bd7f69865" providerId="ADAL" clId="{0E4A21BC-E931-49EE-A5CE-FC9BC42D7D60}" dt="2026-05-05T21:24:34.125" v="1473" actId="20577"/>
          <ac:spMkLst>
            <pc:docMk/>
            <pc:sldMk cId="287658365" sldId="336"/>
            <ac:spMk id="2" creationId="{1BE0BB9C-9BC4-57B2-1766-1223DCF4AD96}"/>
          </ac:spMkLst>
        </pc:spChg>
      </pc:sldChg>
      <pc:sldChg chg="modSp add mod">
        <pc:chgData name="Mason Snyder" userId="2cb0963c-d2da-4a25-a9d9-dd7bd7f69865" providerId="ADAL" clId="{0E4A21BC-E931-49EE-A5CE-FC9BC42D7D60}" dt="2026-05-05T21:24:53.672" v="1485" actId="20577"/>
        <pc:sldMkLst>
          <pc:docMk/>
          <pc:sldMk cId="3996609718" sldId="337"/>
        </pc:sldMkLst>
        <pc:spChg chg="mod">
          <ac:chgData name="Mason Snyder" userId="2cb0963c-d2da-4a25-a9d9-dd7bd7f69865" providerId="ADAL" clId="{0E4A21BC-E931-49EE-A5CE-FC9BC42D7D60}" dt="2026-05-05T21:24:53.672" v="1485" actId="20577"/>
          <ac:spMkLst>
            <pc:docMk/>
            <pc:sldMk cId="3996609718" sldId="337"/>
            <ac:spMk id="2" creationId="{8941BE7A-1EE8-93E3-50D8-CF74F5EA4558}"/>
          </ac:spMkLst>
        </pc:spChg>
      </pc:sldChg>
      <pc:sldChg chg="addSp modSp mod">
        <pc:chgData name="Mason Snyder" userId="2cb0963c-d2da-4a25-a9d9-dd7bd7f69865" providerId="ADAL" clId="{0E4A21BC-E931-49EE-A5CE-FC9BC42D7D60}" dt="2026-05-11T01:31:23.242" v="1532" actId="20577"/>
        <pc:sldMkLst>
          <pc:docMk/>
          <pc:sldMk cId="3879119079" sldId="339"/>
        </pc:sldMkLst>
        <pc:spChg chg="add mod">
          <ac:chgData name="Mason Snyder" userId="2cb0963c-d2da-4a25-a9d9-dd7bd7f69865" providerId="ADAL" clId="{0E4A21BC-E931-49EE-A5CE-FC9BC42D7D60}" dt="2026-05-11T01:31:01.090" v="1486"/>
          <ac:spMkLst>
            <pc:docMk/>
            <pc:sldMk cId="3879119079" sldId="339"/>
            <ac:spMk id="3" creationId="{8EF0249A-E00E-44FA-B52D-E724096E5B73}"/>
          </ac:spMkLst>
        </pc:spChg>
        <pc:spChg chg="add mod">
          <ac:chgData name="Mason Snyder" userId="2cb0963c-d2da-4a25-a9d9-dd7bd7f69865" providerId="ADAL" clId="{0E4A21BC-E931-49EE-A5CE-FC9BC42D7D60}" dt="2026-05-11T01:31:23.242" v="1532" actId="20577"/>
          <ac:spMkLst>
            <pc:docMk/>
            <pc:sldMk cId="3879119079" sldId="339"/>
            <ac:spMk id="6" creationId="{18A01270-E2C2-5284-BE12-42F5926BE60A}"/>
          </ac:spMkLst>
        </pc:spChg>
        <pc:picChg chg="add mod">
          <ac:chgData name="Mason Snyder" userId="2cb0963c-d2da-4a25-a9d9-dd7bd7f69865" providerId="ADAL" clId="{0E4A21BC-E931-49EE-A5CE-FC9BC42D7D60}" dt="2026-05-11T01:31:04.424" v="1488" actId="571"/>
          <ac:picMkLst>
            <pc:docMk/>
            <pc:sldMk cId="3879119079" sldId="339"/>
            <ac:picMk id="5" creationId="{EF826931-BBD1-90CC-0D8B-8C68FF06DD3D}"/>
          </ac:picMkLst>
        </pc:picChg>
      </pc:sldChg>
      <pc:sldChg chg="addSp modSp mod">
        <pc:chgData name="Mason Snyder" userId="2cb0963c-d2da-4a25-a9d9-dd7bd7f69865" providerId="ADAL" clId="{0E4A21BC-E931-49EE-A5CE-FC9BC42D7D60}" dt="2026-05-11T01:31:29.829" v="1535" actId="20577"/>
        <pc:sldMkLst>
          <pc:docMk/>
          <pc:sldMk cId="928081542" sldId="341"/>
        </pc:sldMkLst>
        <pc:spChg chg="add mod">
          <ac:chgData name="Mason Snyder" userId="2cb0963c-d2da-4a25-a9d9-dd7bd7f69865" providerId="ADAL" clId="{0E4A21BC-E931-49EE-A5CE-FC9BC42D7D60}" dt="2026-05-11T01:31:29.829" v="1535" actId="20577"/>
          <ac:spMkLst>
            <pc:docMk/>
            <pc:sldMk cId="928081542" sldId="341"/>
            <ac:spMk id="3" creationId="{7F856CE3-043C-A753-4624-5348E6801EE9}"/>
          </ac:spMkLst>
        </pc:spChg>
      </pc:sldChg>
    </pc:docChg>
  </pc:docChgLst>
  <pc:docChgLst>
    <pc:chgData name="Bota Bota" userId="S::byvanbri@students.kennesaw.edu::b5afe482-1ad6-43dd-91ad-fa26435ccafa" providerId="AD" clId="Web-{13117FA7-6871-15F3-82F4-50D308C399CD}"/>
    <pc:docChg chg="addSld delSld modSld modSection">
      <pc:chgData name="Bota Bota" userId="S::byvanbri@students.kennesaw.edu::b5afe482-1ad6-43dd-91ad-fa26435ccafa" providerId="AD" clId="Web-{13117FA7-6871-15F3-82F4-50D308C399CD}" dt="2026-05-11T00:56:57.674" v="1224" actId="20577"/>
      <pc:docMkLst>
        <pc:docMk/>
      </pc:docMkLst>
      <pc:sldChg chg="modSp">
        <pc:chgData name="Bota Bota" userId="S::byvanbri@students.kennesaw.edu::b5afe482-1ad6-43dd-91ad-fa26435ccafa" providerId="AD" clId="Web-{13117FA7-6871-15F3-82F4-50D308C399CD}" dt="2026-05-08T20:42:19.946" v="0" actId="20577"/>
        <pc:sldMkLst>
          <pc:docMk/>
          <pc:sldMk cId="1948550489" sldId="323"/>
        </pc:sldMkLst>
        <pc:spChg chg="mod">
          <ac:chgData name="Bota Bota" userId="S::byvanbri@students.kennesaw.edu::b5afe482-1ad6-43dd-91ad-fa26435ccafa" providerId="AD" clId="Web-{13117FA7-6871-15F3-82F4-50D308C399CD}" dt="2026-05-08T20:42:19.946" v="0" actId="20577"/>
          <ac:spMkLst>
            <pc:docMk/>
            <pc:sldMk cId="1948550489" sldId="323"/>
            <ac:spMk id="8" creationId="{9B5546E5-104F-1A97-8E6D-4EFFBAD6548F}"/>
          </ac:spMkLst>
        </pc:spChg>
      </pc:sldChg>
      <pc:sldChg chg="modSp">
        <pc:chgData name="Bota Bota" userId="S::byvanbri@students.kennesaw.edu::b5afe482-1ad6-43dd-91ad-fa26435ccafa" providerId="AD" clId="Web-{13117FA7-6871-15F3-82F4-50D308C399CD}" dt="2026-05-11T00:56:57.674" v="1224" actId="20577"/>
        <pc:sldMkLst>
          <pc:docMk/>
          <pc:sldMk cId="3611723937" sldId="324"/>
        </pc:sldMkLst>
        <pc:spChg chg="mod">
          <ac:chgData name="Bota Bota" userId="S::byvanbri@students.kennesaw.edu::b5afe482-1ad6-43dd-91ad-fa26435ccafa" providerId="AD" clId="Web-{13117FA7-6871-15F3-82F4-50D308C399CD}" dt="2026-05-11T00:56:57.674" v="1224" actId="20577"/>
          <ac:spMkLst>
            <pc:docMk/>
            <pc:sldMk cId="3611723937" sldId="324"/>
            <ac:spMk id="8" creationId="{2A829FA8-4671-8E53-E284-B0940D8EEDF7}"/>
          </ac:spMkLst>
        </pc:spChg>
      </pc:sldChg>
      <pc:sldChg chg="modSp">
        <pc:chgData name="Bota Bota" userId="S::byvanbri@students.kennesaw.edu::b5afe482-1ad6-43dd-91ad-fa26435ccafa" providerId="AD" clId="Web-{13117FA7-6871-15F3-82F4-50D308C399CD}" dt="2026-05-08T20:51:52.132" v="3" actId="1076"/>
        <pc:sldMkLst>
          <pc:docMk/>
          <pc:sldMk cId="3312677031" sldId="326"/>
        </pc:sldMkLst>
        <pc:spChg chg="mod">
          <ac:chgData name="Bota Bota" userId="S::byvanbri@students.kennesaw.edu::b5afe482-1ad6-43dd-91ad-fa26435ccafa" providerId="AD" clId="Web-{13117FA7-6871-15F3-82F4-50D308C399CD}" dt="2026-05-08T20:51:27.491" v="1" actId="14100"/>
          <ac:spMkLst>
            <pc:docMk/>
            <pc:sldMk cId="3312677031" sldId="326"/>
            <ac:spMk id="4" creationId="{D8559716-B2A0-4A5D-5C0C-9650839F44E3}"/>
          </ac:spMkLst>
        </pc:spChg>
        <pc:spChg chg="mod">
          <ac:chgData name="Bota Bota" userId="S::byvanbri@students.kennesaw.edu::b5afe482-1ad6-43dd-91ad-fa26435ccafa" providerId="AD" clId="Web-{13117FA7-6871-15F3-82F4-50D308C399CD}" dt="2026-05-08T20:51:52.132" v="3" actId="1076"/>
          <ac:spMkLst>
            <pc:docMk/>
            <pc:sldMk cId="3312677031" sldId="326"/>
            <ac:spMk id="5" creationId="{22607C28-E8A5-0457-99FE-C8A480A630BA}"/>
          </ac:spMkLst>
        </pc:spChg>
      </pc:sldChg>
      <pc:sldChg chg="addSp delSp modSp">
        <pc:chgData name="Bota Bota" userId="S::byvanbri@students.kennesaw.edu::b5afe482-1ad6-43dd-91ad-fa26435ccafa" providerId="AD" clId="Web-{13117FA7-6871-15F3-82F4-50D308C399CD}" dt="2026-05-08T23:38:38.222" v="65" actId="20577"/>
        <pc:sldMkLst>
          <pc:docMk/>
          <pc:sldMk cId="2196541582" sldId="330"/>
        </pc:sldMkLst>
        <pc:graphicFrameChg chg="add mod ord modGraphic">
          <ac:chgData name="Bota Bota" userId="S::byvanbri@students.kennesaw.edu::b5afe482-1ad6-43dd-91ad-fa26435ccafa" providerId="AD" clId="Web-{13117FA7-6871-15F3-82F4-50D308C399CD}" dt="2026-05-08T23:38:38.222" v="65" actId="20577"/>
          <ac:graphicFrameMkLst>
            <pc:docMk/>
            <pc:sldMk cId="2196541582" sldId="330"/>
            <ac:graphicFrameMk id="4" creationId="{4DB6BC73-99ED-3D66-34E8-4D76EF292315}"/>
          </ac:graphicFrameMkLst>
        </pc:graphicFrameChg>
      </pc:sldChg>
      <pc:sldChg chg="addSp delSp modSp">
        <pc:chgData name="Bota Bota" userId="S::byvanbri@students.kennesaw.edu::b5afe482-1ad6-43dd-91ad-fa26435ccafa" providerId="AD" clId="Web-{13117FA7-6871-15F3-82F4-50D308C399CD}" dt="2026-05-09T01:22:58.523" v="107" actId="20577"/>
        <pc:sldMkLst>
          <pc:docMk/>
          <pc:sldMk cId="937879482" sldId="331"/>
        </pc:sldMkLst>
        <pc:graphicFrameChg chg="add mod ord modGraphic">
          <ac:chgData name="Bota Bota" userId="S::byvanbri@students.kennesaw.edu::b5afe482-1ad6-43dd-91ad-fa26435ccafa" providerId="AD" clId="Web-{13117FA7-6871-15F3-82F4-50D308C399CD}" dt="2026-05-09T01:22:58.523" v="107" actId="20577"/>
          <ac:graphicFrameMkLst>
            <pc:docMk/>
            <pc:sldMk cId="937879482" sldId="331"/>
            <ac:graphicFrameMk id="4" creationId="{026DABC9-A9C9-0E06-F983-073989D8C445}"/>
          </ac:graphicFrameMkLst>
        </pc:graphicFrameChg>
      </pc:sldChg>
      <pc:sldChg chg="addSp delSp modSp">
        <pc:chgData name="Bota Bota" userId="S::byvanbri@students.kennesaw.edu::b5afe482-1ad6-43dd-91ad-fa26435ccafa" providerId="AD" clId="Web-{13117FA7-6871-15F3-82F4-50D308C399CD}" dt="2026-05-09T01:35:57.543" v="147" actId="20577"/>
        <pc:sldMkLst>
          <pc:docMk/>
          <pc:sldMk cId="945405245" sldId="332"/>
        </pc:sldMkLst>
        <pc:graphicFrameChg chg="add mod ord modGraphic">
          <ac:chgData name="Bota Bota" userId="S::byvanbri@students.kennesaw.edu::b5afe482-1ad6-43dd-91ad-fa26435ccafa" providerId="AD" clId="Web-{13117FA7-6871-15F3-82F4-50D308C399CD}" dt="2026-05-09T01:35:57.543" v="147" actId="20577"/>
          <ac:graphicFrameMkLst>
            <pc:docMk/>
            <pc:sldMk cId="945405245" sldId="332"/>
            <ac:graphicFrameMk id="4" creationId="{D045E121-5762-934D-7EF1-37FE767896FA}"/>
          </ac:graphicFrameMkLst>
        </pc:graphicFrameChg>
      </pc:sldChg>
      <pc:sldChg chg="addSp delSp modSp">
        <pc:chgData name="Bota Bota" userId="S::byvanbri@students.kennesaw.edu::b5afe482-1ad6-43dd-91ad-fa26435ccafa" providerId="AD" clId="Web-{13117FA7-6871-15F3-82F4-50D308C399CD}" dt="2026-05-09T02:02:38.543" v="157" actId="20577"/>
        <pc:sldMkLst>
          <pc:docMk/>
          <pc:sldMk cId="1246852289" sldId="333"/>
        </pc:sldMkLst>
        <pc:graphicFrameChg chg="add mod ord modGraphic">
          <ac:chgData name="Bota Bota" userId="S::byvanbri@students.kennesaw.edu::b5afe482-1ad6-43dd-91ad-fa26435ccafa" providerId="AD" clId="Web-{13117FA7-6871-15F3-82F4-50D308C399CD}" dt="2026-05-09T02:02:38.543" v="157" actId="20577"/>
          <ac:graphicFrameMkLst>
            <pc:docMk/>
            <pc:sldMk cId="1246852289" sldId="333"/>
            <ac:graphicFrameMk id="4" creationId="{757ACD3C-F3F0-DB19-0D13-7E97E1F9E983}"/>
          </ac:graphicFrameMkLst>
        </pc:graphicFrameChg>
      </pc:sldChg>
      <pc:sldChg chg="addSp delSp modSp">
        <pc:chgData name="Bota Bota" userId="S::byvanbri@students.kennesaw.edu::b5afe482-1ad6-43dd-91ad-fa26435ccafa" providerId="AD" clId="Web-{13117FA7-6871-15F3-82F4-50D308C399CD}" dt="2026-05-09T02:26:04.914" v="163" actId="20577"/>
        <pc:sldMkLst>
          <pc:docMk/>
          <pc:sldMk cId="2407136762" sldId="334"/>
        </pc:sldMkLst>
        <pc:graphicFrameChg chg="add mod ord modGraphic">
          <ac:chgData name="Bota Bota" userId="S::byvanbri@students.kennesaw.edu::b5afe482-1ad6-43dd-91ad-fa26435ccafa" providerId="AD" clId="Web-{13117FA7-6871-15F3-82F4-50D308C399CD}" dt="2026-05-09T02:26:04.914" v="163" actId="20577"/>
          <ac:graphicFrameMkLst>
            <pc:docMk/>
            <pc:sldMk cId="2407136762" sldId="334"/>
            <ac:graphicFrameMk id="4" creationId="{545262FF-C678-6824-E172-0AF6ACCEC2AB}"/>
          </ac:graphicFrameMkLst>
        </pc:graphicFrameChg>
      </pc:sldChg>
      <pc:sldChg chg="addSp delSp modSp">
        <pc:chgData name="Bota Bota" userId="S::byvanbri@students.kennesaw.edu::b5afe482-1ad6-43dd-91ad-fa26435ccafa" providerId="AD" clId="Web-{13117FA7-6871-15F3-82F4-50D308C399CD}" dt="2026-05-09T03:14:46.617" v="330" actId="20577"/>
        <pc:sldMkLst>
          <pc:docMk/>
          <pc:sldMk cId="3693476990" sldId="335"/>
        </pc:sldMkLst>
        <pc:graphicFrameChg chg="add mod ord modGraphic">
          <ac:chgData name="Bota Bota" userId="S::byvanbri@students.kennesaw.edu::b5afe482-1ad6-43dd-91ad-fa26435ccafa" providerId="AD" clId="Web-{13117FA7-6871-15F3-82F4-50D308C399CD}" dt="2026-05-09T03:14:46.617" v="330" actId="20577"/>
          <ac:graphicFrameMkLst>
            <pc:docMk/>
            <pc:sldMk cId="3693476990" sldId="335"/>
            <ac:graphicFrameMk id="4" creationId="{010B17B6-BF5B-994F-3071-7751C468CADC}"/>
          </ac:graphicFrameMkLst>
        </pc:graphicFrameChg>
      </pc:sldChg>
      <pc:sldChg chg="addSp delSp modSp">
        <pc:chgData name="Bota Bota" userId="S::byvanbri@students.kennesaw.edu::b5afe482-1ad6-43dd-91ad-fa26435ccafa" providerId="AD" clId="Web-{13117FA7-6871-15F3-82F4-50D308C399CD}" dt="2026-05-09T19:47:45.901" v="594" actId="20577"/>
        <pc:sldMkLst>
          <pc:docMk/>
          <pc:sldMk cId="287658365" sldId="336"/>
        </pc:sldMkLst>
        <pc:spChg chg="mod">
          <ac:chgData name="Bota Bota" userId="S::byvanbri@students.kennesaw.edu::b5afe482-1ad6-43dd-91ad-fa26435ccafa" providerId="AD" clId="Web-{13117FA7-6871-15F3-82F4-50D308C399CD}" dt="2026-05-09T19:28:07.063" v="369" actId="20577"/>
          <ac:spMkLst>
            <pc:docMk/>
            <pc:sldMk cId="287658365" sldId="336"/>
            <ac:spMk id="2" creationId="{1BE0BB9C-9BC4-57B2-1766-1223DCF4AD96}"/>
          </ac:spMkLst>
        </pc:spChg>
        <pc:graphicFrameChg chg="add mod ord modGraphic">
          <ac:chgData name="Bota Bota" userId="S::byvanbri@students.kennesaw.edu::b5afe482-1ad6-43dd-91ad-fa26435ccafa" providerId="AD" clId="Web-{13117FA7-6871-15F3-82F4-50D308C399CD}" dt="2026-05-09T19:47:45.901" v="594" actId="20577"/>
          <ac:graphicFrameMkLst>
            <pc:docMk/>
            <pc:sldMk cId="287658365" sldId="336"/>
            <ac:graphicFrameMk id="4" creationId="{2FFC6B22-59EB-F475-402A-D63D08A48432}"/>
          </ac:graphicFrameMkLst>
        </pc:graphicFrameChg>
      </pc:sldChg>
      <pc:sldChg chg="addSp delSp modSp">
        <pc:chgData name="Bota Bota" userId="S::byvanbri@students.kennesaw.edu::b5afe482-1ad6-43dd-91ad-fa26435ccafa" providerId="AD" clId="Web-{13117FA7-6871-15F3-82F4-50D308C399CD}" dt="2026-05-09T22:00:54.527" v="1223" actId="1076"/>
        <pc:sldMkLst>
          <pc:docMk/>
          <pc:sldMk cId="3996609718" sldId="337"/>
        </pc:sldMkLst>
        <pc:graphicFrameChg chg="add mod ord modGraphic">
          <ac:chgData name="Bota Bota" userId="S::byvanbri@students.kennesaw.edu::b5afe482-1ad6-43dd-91ad-fa26435ccafa" providerId="AD" clId="Web-{13117FA7-6871-15F3-82F4-50D308C399CD}" dt="2026-05-09T22:00:54.527" v="1223" actId="1076"/>
          <ac:graphicFrameMkLst>
            <pc:docMk/>
            <pc:sldMk cId="3996609718" sldId="337"/>
            <ac:graphicFrameMk id="4" creationId="{094AF0DF-1516-DD39-5AC8-29BA854FB869}"/>
          </ac:graphicFrameMkLst>
        </pc:graphicFrameChg>
      </pc:sldChg>
      <pc:sldChg chg="modSp add">
        <pc:chgData name="Bota Bota" userId="S::byvanbri@students.kennesaw.edu::b5afe482-1ad6-43dd-91ad-fa26435ccafa" providerId="AD" clId="Web-{13117FA7-6871-15F3-82F4-50D308C399CD}" dt="2026-05-09T20:26:40.733" v="771" actId="20577"/>
        <pc:sldMkLst>
          <pc:docMk/>
          <pc:sldMk cId="2244653742" sldId="338"/>
        </pc:sldMkLst>
        <pc:spChg chg="mod">
          <ac:chgData name="Bota Bota" userId="S::byvanbri@students.kennesaw.edu::b5afe482-1ad6-43dd-91ad-fa26435ccafa" providerId="AD" clId="Web-{13117FA7-6871-15F3-82F4-50D308C399CD}" dt="2026-05-09T19:56:14.148" v="605" actId="20577"/>
          <ac:spMkLst>
            <pc:docMk/>
            <pc:sldMk cId="2244653742" sldId="338"/>
            <ac:spMk id="2" creationId="{1BE0BB9C-9BC4-57B2-1766-1223DCF4AD96}"/>
          </ac:spMkLst>
        </pc:spChg>
        <pc:graphicFrameChg chg="mod modGraphic">
          <ac:chgData name="Bota Bota" userId="S::byvanbri@students.kennesaw.edu::b5afe482-1ad6-43dd-91ad-fa26435ccafa" providerId="AD" clId="Web-{13117FA7-6871-15F3-82F4-50D308C399CD}" dt="2026-05-09T20:26:40.733" v="771" actId="20577"/>
          <ac:graphicFrameMkLst>
            <pc:docMk/>
            <pc:sldMk cId="2244653742" sldId="338"/>
            <ac:graphicFrameMk id="4" creationId="{2FFC6B22-59EB-F475-402A-D63D08A48432}"/>
          </ac:graphicFrameMkLst>
        </pc:graphicFrameChg>
      </pc:sldChg>
      <pc:sldChg chg="addSp delSp modSp new">
        <pc:chgData name="Bota Bota" userId="S::byvanbri@students.kennesaw.edu::b5afe482-1ad6-43dd-91ad-fa26435ccafa" providerId="AD" clId="Web-{13117FA7-6871-15F3-82F4-50D308C399CD}" dt="2026-05-09T21:59:34.616" v="1212" actId="1076"/>
        <pc:sldMkLst>
          <pc:docMk/>
          <pc:sldMk cId="3879119079" sldId="339"/>
        </pc:sldMkLst>
        <pc:spChg chg="mod">
          <ac:chgData name="Bota Bota" userId="S::byvanbri@students.kennesaw.edu::b5afe482-1ad6-43dd-91ad-fa26435ccafa" providerId="AD" clId="Web-{13117FA7-6871-15F3-82F4-50D308C399CD}" dt="2026-05-09T21:59:18.678" v="1210"/>
          <ac:spMkLst>
            <pc:docMk/>
            <pc:sldMk cId="3879119079" sldId="339"/>
            <ac:spMk id="2" creationId="{5D4D364C-53F9-6B68-951A-576F001C7BCB}"/>
          </ac:spMkLst>
        </pc:spChg>
        <pc:picChg chg="add mod ord">
          <ac:chgData name="Bota Bota" userId="S::byvanbri@students.kennesaw.edu::b5afe482-1ad6-43dd-91ad-fa26435ccafa" providerId="AD" clId="Web-{13117FA7-6871-15F3-82F4-50D308C399CD}" dt="2026-05-09T21:59:34.616" v="1212" actId="1076"/>
          <ac:picMkLst>
            <pc:docMk/>
            <pc:sldMk cId="3879119079" sldId="339"/>
            <ac:picMk id="4" creationId="{6514A6B7-FF58-F5EB-150E-8CB4E47D6399}"/>
          </ac:picMkLst>
        </pc:picChg>
      </pc:sldChg>
      <pc:sldChg chg="addSp delSp modSp add replId">
        <pc:chgData name="Bota Bota" userId="S::byvanbri@students.kennesaw.edu::b5afe482-1ad6-43dd-91ad-fa26435ccafa" providerId="AD" clId="Web-{13117FA7-6871-15F3-82F4-50D308C399CD}" dt="2026-05-09T22:00:41.370" v="1221" actId="1076"/>
        <pc:sldMkLst>
          <pc:docMk/>
          <pc:sldMk cId="928081542" sldId="341"/>
        </pc:sldMkLst>
        <pc:picChg chg="add mod ord">
          <ac:chgData name="Bota Bota" userId="S::byvanbri@students.kennesaw.edu::b5afe482-1ad6-43dd-91ad-fa26435ccafa" providerId="AD" clId="Web-{13117FA7-6871-15F3-82F4-50D308C399CD}" dt="2026-05-09T22:00:41.370" v="1221" actId="1076"/>
          <ac:picMkLst>
            <pc:docMk/>
            <pc:sldMk cId="928081542" sldId="341"/>
            <ac:picMk id="8" creationId="{B16C1BA4-CE6D-A3F6-696E-A185B9B87CC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071B24-43E6-49DC-BD63-81E54125FA9F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633F16E-0634-4909-AB44-4D70AC44A9E3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Algorithm specification in C++</a:t>
          </a:r>
          <a:endParaRPr lang="en-US"/>
        </a:p>
      </dgm:t>
    </dgm:pt>
    <dgm:pt modelId="{08E8DE95-C10A-4C19-9432-DD251BD2C604}" type="parTrans" cxnId="{22B10580-DB25-4436-BEB7-045BFEE86F30}">
      <dgm:prSet/>
      <dgm:spPr/>
    </dgm:pt>
    <dgm:pt modelId="{FF9E23AB-8882-4B86-80BF-F740A4EBCB7C}" type="sibTrans" cxnId="{22B10580-DB25-4436-BEB7-045BFEE86F30}">
      <dgm:prSet/>
      <dgm:spPr/>
      <dgm:t>
        <a:bodyPr/>
        <a:lstStyle/>
        <a:p>
          <a:endParaRPr lang="en-US"/>
        </a:p>
      </dgm:t>
    </dgm:pt>
    <dgm:pt modelId="{4CF8CE0A-90EA-4648-B0E0-F3041A9DE388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HLS synthesis with Vitis </a:t>
          </a:r>
          <a:endParaRPr lang="en-US"/>
        </a:p>
      </dgm:t>
    </dgm:pt>
    <dgm:pt modelId="{20D3260E-49F0-4F10-91A8-80CEB7F67BAE}" type="parTrans" cxnId="{873BA527-9AE8-437A-8CDB-12480A0577AC}">
      <dgm:prSet/>
      <dgm:spPr/>
    </dgm:pt>
    <dgm:pt modelId="{27A3C0FB-29FE-41EF-9644-A70B5030C204}" type="sibTrans" cxnId="{873BA527-9AE8-437A-8CDB-12480A0577AC}">
      <dgm:prSet/>
      <dgm:spPr/>
      <dgm:t>
        <a:bodyPr/>
        <a:lstStyle/>
        <a:p>
          <a:endParaRPr lang="en-US"/>
        </a:p>
      </dgm:t>
    </dgm:pt>
    <dgm:pt modelId="{0A1BA435-D2BD-4481-8C96-5945BD9F947F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C/RTL co-simulation</a:t>
          </a:r>
          <a:endParaRPr lang="en-US"/>
        </a:p>
      </dgm:t>
    </dgm:pt>
    <dgm:pt modelId="{B847FDA1-35EC-432C-AAF6-C18E5199476F}" type="parTrans" cxnId="{5E5FDCDC-86B1-42B7-9118-CD03026DEE9A}">
      <dgm:prSet/>
      <dgm:spPr/>
    </dgm:pt>
    <dgm:pt modelId="{85235E23-F8D7-4D5B-9E25-5653C578B8F7}" type="sibTrans" cxnId="{5E5FDCDC-86B1-42B7-9118-CD03026DEE9A}">
      <dgm:prSet/>
      <dgm:spPr/>
    </dgm:pt>
    <dgm:pt modelId="{04921BFB-C02C-4FA1-9CD3-9CB75BF7F76B}" type="pres">
      <dgm:prSet presAssocID="{8C071B24-43E6-49DC-BD63-81E54125FA9F}" presName="Name0" presStyleCnt="0">
        <dgm:presLayoutVars>
          <dgm:dir/>
          <dgm:resizeHandles val="exact"/>
        </dgm:presLayoutVars>
      </dgm:prSet>
      <dgm:spPr/>
    </dgm:pt>
    <dgm:pt modelId="{27ABD5D6-2AB3-44D5-B323-F04738BAEBD3}" type="pres">
      <dgm:prSet presAssocID="{2633F16E-0634-4909-AB44-4D70AC44A9E3}" presName="node" presStyleLbl="node1" presStyleIdx="0" presStyleCnt="3">
        <dgm:presLayoutVars>
          <dgm:bulletEnabled val="1"/>
        </dgm:presLayoutVars>
      </dgm:prSet>
      <dgm:spPr/>
    </dgm:pt>
    <dgm:pt modelId="{2930D3A7-76D2-4A30-A5BC-DA47FA321203}" type="pres">
      <dgm:prSet presAssocID="{FF9E23AB-8882-4B86-80BF-F740A4EBCB7C}" presName="sibTrans" presStyleLbl="sibTrans2D1" presStyleIdx="0" presStyleCnt="2"/>
      <dgm:spPr/>
    </dgm:pt>
    <dgm:pt modelId="{E53BE5ED-88DC-47DB-8D1A-F42BDBBD5071}" type="pres">
      <dgm:prSet presAssocID="{FF9E23AB-8882-4B86-80BF-F740A4EBCB7C}" presName="connectorText" presStyleLbl="sibTrans2D1" presStyleIdx="0" presStyleCnt="2"/>
      <dgm:spPr/>
    </dgm:pt>
    <dgm:pt modelId="{101132FF-08FD-4694-A42D-E634F25A4F50}" type="pres">
      <dgm:prSet presAssocID="{4CF8CE0A-90EA-4648-B0E0-F3041A9DE388}" presName="node" presStyleLbl="node1" presStyleIdx="1" presStyleCnt="3">
        <dgm:presLayoutVars>
          <dgm:bulletEnabled val="1"/>
        </dgm:presLayoutVars>
      </dgm:prSet>
      <dgm:spPr/>
    </dgm:pt>
    <dgm:pt modelId="{1A1D7A61-0CB0-45F9-94FF-8A6C4D65C4ED}" type="pres">
      <dgm:prSet presAssocID="{27A3C0FB-29FE-41EF-9644-A70B5030C204}" presName="sibTrans" presStyleLbl="sibTrans2D1" presStyleIdx="1" presStyleCnt="2"/>
      <dgm:spPr/>
    </dgm:pt>
    <dgm:pt modelId="{11F79966-8803-48A5-A327-29691F7DE0AC}" type="pres">
      <dgm:prSet presAssocID="{27A3C0FB-29FE-41EF-9644-A70B5030C204}" presName="connectorText" presStyleLbl="sibTrans2D1" presStyleIdx="1" presStyleCnt="2"/>
      <dgm:spPr/>
    </dgm:pt>
    <dgm:pt modelId="{3866764B-2351-434D-8909-9068EF098B32}" type="pres">
      <dgm:prSet presAssocID="{0A1BA435-D2BD-4481-8C96-5945BD9F947F}" presName="node" presStyleLbl="node1" presStyleIdx="2" presStyleCnt="3">
        <dgm:presLayoutVars>
          <dgm:bulletEnabled val="1"/>
        </dgm:presLayoutVars>
      </dgm:prSet>
      <dgm:spPr/>
    </dgm:pt>
  </dgm:ptLst>
  <dgm:cxnLst>
    <dgm:cxn modelId="{A9310303-6B46-4E01-B09C-05F68332376C}" type="presOf" srcId="{0A1BA435-D2BD-4481-8C96-5945BD9F947F}" destId="{3866764B-2351-434D-8909-9068EF098B32}" srcOrd="0" destOrd="0" presId="urn:microsoft.com/office/officeart/2005/8/layout/process1"/>
    <dgm:cxn modelId="{873BA527-9AE8-437A-8CDB-12480A0577AC}" srcId="{8C071B24-43E6-49DC-BD63-81E54125FA9F}" destId="{4CF8CE0A-90EA-4648-B0E0-F3041A9DE388}" srcOrd="1" destOrd="0" parTransId="{20D3260E-49F0-4F10-91A8-80CEB7F67BAE}" sibTransId="{27A3C0FB-29FE-41EF-9644-A70B5030C204}"/>
    <dgm:cxn modelId="{EADEB740-D666-4735-A87D-89CD512F3F02}" type="presOf" srcId="{8C071B24-43E6-49DC-BD63-81E54125FA9F}" destId="{04921BFB-C02C-4FA1-9CD3-9CB75BF7F76B}" srcOrd="0" destOrd="0" presId="urn:microsoft.com/office/officeart/2005/8/layout/process1"/>
    <dgm:cxn modelId="{20CDE96A-53F3-40BA-8595-AC7A0BB38A5B}" type="presOf" srcId="{4CF8CE0A-90EA-4648-B0E0-F3041A9DE388}" destId="{101132FF-08FD-4694-A42D-E634F25A4F50}" srcOrd="0" destOrd="0" presId="urn:microsoft.com/office/officeart/2005/8/layout/process1"/>
    <dgm:cxn modelId="{B51FC04B-479F-4CEF-A170-8C2D8B1A599C}" type="presOf" srcId="{2633F16E-0634-4909-AB44-4D70AC44A9E3}" destId="{27ABD5D6-2AB3-44D5-B323-F04738BAEBD3}" srcOrd="0" destOrd="0" presId="urn:microsoft.com/office/officeart/2005/8/layout/process1"/>
    <dgm:cxn modelId="{301B357A-A55E-45DB-821D-9B23D004F62D}" type="presOf" srcId="{FF9E23AB-8882-4B86-80BF-F740A4EBCB7C}" destId="{E53BE5ED-88DC-47DB-8D1A-F42BDBBD5071}" srcOrd="1" destOrd="0" presId="urn:microsoft.com/office/officeart/2005/8/layout/process1"/>
    <dgm:cxn modelId="{22B10580-DB25-4436-BEB7-045BFEE86F30}" srcId="{8C071B24-43E6-49DC-BD63-81E54125FA9F}" destId="{2633F16E-0634-4909-AB44-4D70AC44A9E3}" srcOrd="0" destOrd="0" parTransId="{08E8DE95-C10A-4C19-9432-DD251BD2C604}" sibTransId="{FF9E23AB-8882-4B86-80BF-F740A4EBCB7C}"/>
    <dgm:cxn modelId="{4D1B1A91-DCAB-46EB-8F27-16210A44F677}" type="presOf" srcId="{FF9E23AB-8882-4B86-80BF-F740A4EBCB7C}" destId="{2930D3A7-76D2-4A30-A5BC-DA47FA321203}" srcOrd="0" destOrd="0" presId="urn:microsoft.com/office/officeart/2005/8/layout/process1"/>
    <dgm:cxn modelId="{756D8CA4-83D4-4D08-98A4-70931D1C171C}" type="presOf" srcId="{27A3C0FB-29FE-41EF-9644-A70B5030C204}" destId="{1A1D7A61-0CB0-45F9-94FF-8A6C4D65C4ED}" srcOrd="0" destOrd="0" presId="urn:microsoft.com/office/officeart/2005/8/layout/process1"/>
    <dgm:cxn modelId="{5E5FDCDC-86B1-42B7-9118-CD03026DEE9A}" srcId="{8C071B24-43E6-49DC-BD63-81E54125FA9F}" destId="{0A1BA435-D2BD-4481-8C96-5945BD9F947F}" srcOrd="2" destOrd="0" parTransId="{B847FDA1-35EC-432C-AAF6-C18E5199476F}" sibTransId="{85235E23-F8D7-4D5B-9E25-5653C578B8F7}"/>
    <dgm:cxn modelId="{F2581AFC-A2D3-4672-A659-30DB2B6A8AEB}" type="presOf" srcId="{27A3C0FB-29FE-41EF-9644-A70B5030C204}" destId="{11F79966-8803-48A5-A327-29691F7DE0AC}" srcOrd="1" destOrd="0" presId="urn:microsoft.com/office/officeart/2005/8/layout/process1"/>
    <dgm:cxn modelId="{A6BC2DB3-5653-494C-8CF9-18B4596E0E97}" type="presParOf" srcId="{04921BFB-C02C-4FA1-9CD3-9CB75BF7F76B}" destId="{27ABD5D6-2AB3-44D5-B323-F04738BAEBD3}" srcOrd="0" destOrd="0" presId="urn:microsoft.com/office/officeart/2005/8/layout/process1"/>
    <dgm:cxn modelId="{E43368EF-D8EB-47CE-A783-3613EE052F23}" type="presParOf" srcId="{04921BFB-C02C-4FA1-9CD3-9CB75BF7F76B}" destId="{2930D3A7-76D2-4A30-A5BC-DA47FA321203}" srcOrd="1" destOrd="0" presId="urn:microsoft.com/office/officeart/2005/8/layout/process1"/>
    <dgm:cxn modelId="{C107814B-548E-4F87-8B43-5464DA1F2CA1}" type="presParOf" srcId="{2930D3A7-76D2-4A30-A5BC-DA47FA321203}" destId="{E53BE5ED-88DC-47DB-8D1A-F42BDBBD5071}" srcOrd="0" destOrd="0" presId="urn:microsoft.com/office/officeart/2005/8/layout/process1"/>
    <dgm:cxn modelId="{D6AF0DF4-1F8B-48B4-BCB4-19D16248DA7B}" type="presParOf" srcId="{04921BFB-C02C-4FA1-9CD3-9CB75BF7F76B}" destId="{101132FF-08FD-4694-A42D-E634F25A4F50}" srcOrd="2" destOrd="0" presId="urn:microsoft.com/office/officeart/2005/8/layout/process1"/>
    <dgm:cxn modelId="{D3E2408A-86C3-4EB8-90CA-58129C364F87}" type="presParOf" srcId="{04921BFB-C02C-4FA1-9CD3-9CB75BF7F76B}" destId="{1A1D7A61-0CB0-45F9-94FF-8A6C4D65C4ED}" srcOrd="3" destOrd="0" presId="urn:microsoft.com/office/officeart/2005/8/layout/process1"/>
    <dgm:cxn modelId="{FC604426-5D55-4B3E-8F88-88971015DEFC}" type="presParOf" srcId="{1A1D7A61-0CB0-45F9-94FF-8A6C4D65C4ED}" destId="{11F79966-8803-48A5-A327-29691F7DE0AC}" srcOrd="0" destOrd="0" presId="urn:microsoft.com/office/officeart/2005/8/layout/process1"/>
    <dgm:cxn modelId="{756D6E7C-D978-4C05-BECD-84D7A0C6BFF2}" type="presParOf" srcId="{04921BFB-C02C-4FA1-9CD3-9CB75BF7F76B}" destId="{3866764B-2351-434D-8909-9068EF098B3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BE68FD-957B-49E3-B092-22D90FDF65B1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251F063-8B19-4B9C-BF61-92E584971572}">
      <dgm:prSet phldrT="[Text]" phldr="0"/>
      <dgm:spPr/>
      <dgm:t>
        <a:bodyPr/>
        <a:lstStyle/>
        <a:p>
          <a:pPr rtl="0"/>
          <a:r>
            <a:rPr lang="en-US"/>
            <a:t>Implements the naïve triple‑nested loop (i–j–k)</a:t>
          </a:r>
        </a:p>
      </dgm:t>
    </dgm:pt>
    <dgm:pt modelId="{80E1ACE4-FB70-494C-97AB-3A55125977E8}" type="parTrans" cxnId="{BF23D31E-3985-492E-B5B7-463F065EE8FC}">
      <dgm:prSet/>
      <dgm:spPr/>
      <dgm:t>
        <a:bodyPr/>
        <a:lstStyle/>
        <a:p>
          <a:endParaRPr lang="en-US"/>
        </a:p>
      </dgm:t>
    </dgm:pt>
    <dgm:pt modelId="{E42ADAB9-8EA6-4A5F-B8BC-24340626DFB1}" type="sibTrans" cxnId="{BF23D31E-3985-492E-B5B7-463F065EE8FC}">
      <dgm:prSet/>
      <dgm:spPr/>
      <dgm:t>
        <a:bodyPr/>
        <a:lstStyle/>
        <a:p>
          <a:endParaRPr lang="en-US"/>
        </a:p>
      </dgm:t>
    </dgm:pt>
    <dgm:pt modelId="{FAE79920-1B0A-4832-AD3F-0E17E0A7FA2D}">
      <dgm:prSet phldrT="[Text]" phldr="0"/>
      <dgm:spPr/>
      <dgm:t>
        <a:bodyPr/>
        <a:lstStyle/>
        <a:p>
          <a:pPr rtl="0"/>
          <a:r>
            <a:rPr lang="en-US"/>
            <a:t>Computes one multiply‑accumulate (MAC) per cycle</a:t>
          </a:r>
        </a:p>
      </dgm:t>
    </dgm:pt>
    <dgm:pt modelId="{110FEE54-2052-4B6A-9B67-536ACCB1F110}" type="parTrans" cxnId="{C1EA9314-6FF9-407E-8070-DC6967763800}">
      <dgm:prSet/>
      <dgm:spPr/>
      <dgm:t>
        <a:bodyPr/>
        <a:lstStyle/>
        <a:p>
          <a:endParaRPr lang="en-US"/>
        </a:p>
      </dgm:t>
    </dgm:pt>
    <dgm:pt modelId="{CE67B8A7-7EE2-40D2-ACBB-B17B01F3D706}" type="sibTrans" cxnId="{C1EA9314-6FF9-407E-8070-DC6967763800}">
      <dgm:prSet/>
      <dgm:spPr/>
      <dgm:t>
        <a:bodyPr/>
        <a:lstStyle/>
        <a:p>
          <a:endParaRPr lang="en-US"/>
        </a:p>
      </dgm:t>
    </dgm:pt>
    <dgm:pt modelId="{DFD2344F-CFA4-4742-8FF3-52234C5ACA55}">
      <dgm:prSet phldrT="[Text]" phldr="0"/>
      <dgm:spPr/>
      <dgm:t>
        <a:bodyPr/>
        <a:lstStyle/>
        <a:p>
          <a:pPr rtl="0"/>
          <a:r>
            <a:rPr lang="en-US" sz="1800"/>
            <a:t>Memory accesses occur directly from global memory</a:t>
          </a:r>
        </a:p>
      </dgm:t>
    </dgm:pt>
    <dgm:pt modelId="{BF36D5A3-517B-42D6-843C-C43084A765DB}" type="parTrans" cxnId="{027D1145-C13B-4E82-B2AF-7AD624BBE2DF}">
      <dgm:prSet/>
      <dgm:spPr/>
      <dgm:t>
        <a:bodyPr/>
        <a:lstStyle/>
        <a:p>
          <a:endParaRPr lang="en-US"/>
        </a:p>
      </dgm:t>
    </dgm:pt>
    <dgm:pt modelId="{D37B8FE2-1545-48F6-8A7F-14EC738F049B}" type="sibTrans" cxnId="{027D1145-C13B-4E82-B2AF-7AD624BBE2DF}">
      <dgm:prSet/>
      <dgm:spPr/>
      <dgm:t>
        <a:bodyPr/>
        <a:lstStyle/>
        <a:p>
          <a:endParaRPr lang="en-US"/>
        </a:p>
      </dgm:t>
    </dgm:pt>
    <dgm:pt modelId="{78B2AF45-DB77-4AFB-8BFF-A7FE8773D49A}" type="pres">
      <dgm:prSet presAssocID="{53BE68FD-957B-49E3-B092-22D90FDF65B1}" presName="CompostProcess" presStyleCnt="0">
        <dgm:presLayoutVars>
          <dgm:dir/>
          <dgm:resizeHandles val="exact"/>
        </dgm:presLayoutVars>
      </dgm:prSet>
      <dgm:spPr/>
    </dgm:pt>
    <dgm:pt modelId="{29E1ABC9-B890-4481-B2A5-2D1FEE305541}" type="pres">
      <dgm:prSet presAssocID="{53BE68FD-957B-49E3-B092-22D90FDF65B1}" presName="arrow" presStyleLbl="bgShp" presStyleIdx="0" presStyleCnt="1"/>
      <dgm:spPr/>
    </dgm:pt>
    <dgm:pt modelId="{9C9961C7-0B58-4D23-8146-10BA72E12823}" type="pres">
      <dgm:prSet presAssocID="{53BE68FD-957B-49E3-B092-22D90FDF65B1}" presName="linearProcess" presStyleCnt="0"/>
      <dgm:spPr/>
    </dgm:pt>
    <dgm:pt modelId="{84347701-57D8-42DE-BB9B-EBED5EE4FC5F}" type="pres">
      <dgm:prSet presAssocID="{9251F063-8B19-4B9C-BF61-92E584971572}" presName="textNode" presStyleLbl="node1" presStyleIdx="0" presStyleCnt="3">
        <dgm:presLayoutVars>
          <dgm:bulletEnabled val="1"/>
        </dgm:presLayoutVars>
      </dgm:prSet>
      <dgm:spPr/>
    </dgm:pt>
    <dgm:pt modelId="{D6692919-D36D-4903-B5B2-AEDBE1B1832E}" type="pres">
      <dgm:prSet presAssocID="{E42ADAB9-8EA6-4A5F-B8BC-24340626DFB1}" presName="sibTrans" presStyleCnt="0"/>
      <dgm:spPr/>
    </dgm:pt>
    <dgm:pt modelId="{01AA3A45-008D-406C-B8A3-ED0013196EBC}" type="pres">
      <dgm:prSet presAssocID="{FAE79920-1B0A-4832-AD3F-0E17E0A7FA2D}" presName="textNode" presStyleLbl="node1" presStyleIdx="1" presStyleCnt="3">
        <dgm:presLayoutVars>
          <dgm:bulletEnabled val="1"/>
        </dgm:presLayoutVars>
      </dgm:prSet>
      <dgm:spPr/>
    </dgm:pt>
    <dgm:pt modelId="{30F5719B-95DB-4D88-B13C-A2A954EEA8F3}" type="pres">
      <dgm:prSet presAssocID="{CE67B8A7-7EE2-40D2-ACBB-B17B01F3D706}" presName="sibTrans" presStyleCnt="0"/>
      <dgm:spPr/>
    </dgm:pt>
    <dgm:pt modelId="{2F50612D-DDE2-43B8-A500-AD17E793CE5C}" type="pres">
      <dgm:prSet presAssocID="{DFD2344F-CFA4-4742-8FF3-52234C5ACA55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C1EA9314-6FF9-407E-8070-DC6967763800}" srcId="{53BE68FD-957B-49E3-B092-22D90FDF65B1}" destId="{FAE79920-1B0A-4832-AD3F-0E17E0A7FA2D}" srcOrd="1" destOrd="0" parTransId="{110FEE54-2052-4B6A-9B67-536ACCB1F110}" sibTransId="{CE67B8A7-7EE2-40D2-ACBB-B17B01F3D706}"/>
    <dgm:cxn modelId="{23280817-FE60-41CF-A93E-1BCBE49A78E9}" type="presOf" srcId="{9251F063-8B19-4B9C-BF61-92E584971572}" destId="{84347701-57D8-42DE-BB9B-EBED5EE4FC5F}" srcOrd="0" destOrd="0" presId="urn:microsoft.com/office/officeart/2005/8/layout/hProcess9"/>
    <dgm:cxn modelId="{BF23D31E-3985-492E-B5B7-463F065EE8FC}" srcId="{53BE68FD-957B-49E3-B092-22D90FDF65B1}" destId="{9251F063-8B19-4B9C-BF61-92E584971572}" srcOrd="0" destOrd="0" parTransId="{80E1ACE4-FB70-494C-97AB-3A55125977E8}" sibTransId="{E42ADAB9-8EA6-4A5F-B8BC-24340626DFB1}"/>
    <dgm:cxn modelId="{9DD7843A-65B9-490A-A42D-7E208BEB432B}" type="presOf" srcId="{DFD2344F-CFA4-4742-8FF3-52234C5ACA55}" destId="{2F50612D-DDE2-43B8-A500-AD17E793CE5C}" srcOrd="0" destOrd="0" presId="urn:microsoft.com/office/officeart/2005/8/layout/hProcess9"/>
    <dgm:cxn modelId="{027D1145-C13B-4E82-B2AF-7AD624BBE2DF}" srcId="{53BE68FD-957B-49E3-B092-22D90FDF65B1}" destId="{DFD2344F-CFA4-4742-8FF3-52234C5ACA55}" srcOrd="2" destOrd="0" parTransId="{BF36D5A3-517B-42D6-843C-C43084A765DB}" sibTransId="{D37B8FE2-1545-48F6-8A7F-14EC738F049B}"/>
    <dgm:cxn modelId="{E93EE1D4-5C64-4CA1-9929-600371085BB2}" type="presOf" srcId="{53BE68FD-957B-49E3-B092-22D90FDF65B1}" destId="{78B2AF45-DB77-4AFB-8BFF-A7FE8773D49A}" srcOrd="0" destOrd="0" presId="urn:microsoft.com/office/officeart/2005/8/layout/hProcess9"/>
    <dgm:cxn modelId="{84E0E0DB-AF53-401B-95B2-9651E5A42BDC}" type="presOf" srcId="{FAE79920-1B0A-4832-AD3F-0E17E0A7FA2D}" destId="{01AA3A45-008D-406C-B8A3-ED0013196EBC}" srcOrd="0" destOrd="0" presId="urn:microsoft.com/office/officeart/2005/8/layout/hProcess9"/>
    <dgm:cxn modelId="{1DFA3E3C-6E23-4C06-AEB8-D162EC855798}" type="presParOf" srcId="{78B2AF45-DB77-4AFB-8BFF-A7FE8773D49A}" destId="{29E1ABC9-B890-4481-B2A5-2D1FEE305541}" srcOrd="0" destOrd="0" presId="urn:microsoft.com/office/officeart/2005/8/layout/hProcess9"/>
    <dgm:cxn modelId="{BAC445AD-D785-4939-AB85-84D6435F2D16}" type="presParOf" srcId="{78B2AF45-DB77-4AFB-8BFF-A7FE8773D49A}" destId="{9C9961C7-0B58-4D23-8146-10BA72E12823}" srcOrd="1" destOrd="0" presId="urn:microsoft.com/office/officeart/2005/8/layout/hProcess9"/>
    <dgm:cxn modelId="{2E4D16D1-F85D-4B93-BD62-D9C5902DE5F3}" type="presParOf" srcId="{9C9961C7-0B58-4D23-8146-10BA72E12823}" destId="{84347701-57D8-42DE-BB9B-EBED5EE4FC5F}" srcOrd="0" destOrd="0" presId="urn:microsoft.com/office/officeart/2005/8/layout/hProcess9"/>
    <dgm:cxn modelId="{4282C7B8-0F52-40BC-8C71-42A0CC4605AB}" type="presParOf" srcId="{9C9961C7-0B58-4D23-8146-10BA72E12823}" destId="{D6692919-D36D-4903-B5B2-AEDBE1B1832E}" srcOrd="1" destOrd="0" presId="urn:microsoft.com/office/officeart/2005/8/layout/hProcess9"/>
    <dgm:cxn modelId="{3266F8A4-68D9-42EA-8312-086B9BF7AE53}" type="presParOf" srcId="{9C9961C7-0B58-4D23-8146-10BA72E12823}" destId="{01AA3A45-008D-406C-B8A3-ED0013196EBC}" srcOrd="2" destOrd="0" presId="urn:microsoft.com/office/officeart/2005/8/layout/hProcess9"/>
    <dgm:cxn modelId="{1833A24C-16CE-4DF5-B814-3081D2713CE9}" type="presParOf" srcId="{9C9961C7-0B58-4D23-8146-10BA72E12823}" destId="{30F5719B-95DB-4D88-B13C-A2A954EEA8F3}" srcOrd="3" destOrd="0" presId="urn:microsoft.com/office/officeart/2005/8/layout/hProcess9"/>
    <dgm:cxn modelId="{556F8430-FC09-4706-AB7C-B75EDD7C8A2F}" type="presParOf" srcId="{9C9961C7-0B58-4D23-8146-10BA72E12823}" destId="{2F50612D-DDE2-43B8-A500-AD17E793CE5C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D7D33F-52BE-49CD-9D9E-2EBFA4ACF955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37EAC62-86B2-491F-8587-0CA040361E1F}">
      <dgm:prSet phldrT="[Text]" phldr="0"/>
      <dgm:spPr/>
      <dgm:t>
        <a:bodyPr/>
        <a:lstStyle/>
        <a:p>
          <a:pPr rtl="0"/>
          <a:r>
            <a:rPr lang="en-US"/>
            <a:t>Breaks matrices into smaller </a:t>
          </a:r>
          <a:r>
            <a:rPr lang="en-US" b="1"/>
            <a:t>T × T</a:t>
          </a:r>
          <a:r>
            <a:rPr lang="en-US"/>
            <a:t> sub‑blocks (</a:t>
          </a:r>
          <a:r>
            <a:rPr lang="en-US">
              <a:latin typeface="Calibri Light" panose="020F0302020204030204"/>
            </a:rPr>
            <a:t>Parallel MAC operations within each tile</a:t>
          </a:r>
          <a:r>
            <a:rPr lang="en-US"/>
            <a:t>).</a:t>
          </a:r>
        </a:p>
      </dgm:t>
    </dgm:pt>
    <dgm:pt modelId="{475B1840-05BE-4336-A525-778648F7DDD6}" type="parTrans" cxnId="{3E27004B-BEF6-45DD-B05D-80A73E870BD9}">
      <dgm:prSet/>
      <dgm:spPr/>
    </dgm:pt>
    <dgm:pt modelId="{851338DA-1BE0-47B9-90B8-2226C343A7A9}" type="sibTrans" cxnId="{3E27004B-BEF6-45DD-B05D-80A73E870BD9}">
      <dgm:prSet/>
      <dgm:spPr/>
    </dgm:pt>
    <dgm:pt modelId="{840210A4-7812-475F-8803-79B24E1F2464}">
      <dgm:prSet phldrT="[Text]" phldr="0"/>
      <dgm:spPr/>
      <dgm:t>
        <a:bodyPr/>
        <a:lstStyle/>
        <a:p>
          <a:pPr rtl="0"/>
          <a:r>
            <a:rPr lang="en-US"/>
            <a:t>Loads tiles into </a:t>
          </a:r>
          <a:r>
            <a:rPr lang="en-US" b="1"/>
            <a:t>local buffers</a:t>
          </a:r>
          <a:r>
            <a:rPr lang="en-US"/>
            <a:t> (BRAM or registers).</a:t>
          </a:r>
        </a:p>
      </dgm:t>
    </dgm:pt>
    <dgm:pt modelId="{0F936ECA-A858-44F6-8A09-82F563383274}" type="parTrans" cxnId="{9BF9B6D1-2806-4C80-A0FA-EE95C036B24C}">
      <dgm:prSet/>
      <dgm:spPr/>
    </dgm:pt>
    <dgm:pt modelId="{F986224B-7FCF-4D01-A33F-D5FB52E26630}" type="sibTrans" cxnId="{9BF9B6D1-2806-4C80-A0FA-EE95C036B24C}">
      <dgm:prSet/>
      <dgm:spPr/>
    </dgm:pt>
    <dgm:pt modelId="{B366B9E8-79B6-4B64-B055-191591EDFAFE}">
      <dgm:prSet phldrT="[Text]" phldr="0"/>
      <dgm:spPr/>
      <dgm:t>
        <a:bodyPr/>
        <a:lstStyle/>
        <a:p>
          <a:pPr rtl="0"/>
          <a:r>
            <a:rPr lang="en-US"/>
            <a:t>Reduces global memory traffic significantly</a:t>
          </a:r>
        </a:p>
      </dgm:t>
    </dgm:pt>
    <dgm:pt modelId="{7CBBBC57-89B9-4DB9-B9F8-64EC730EB575}" type="parTrans" cxnId="{0FC64FBA-7B0B-413D-B186-1E2651CCC561}">
      <dgm:prSet/>
      <dgm:spPr/>
    </dgm:pt>
    <dgm:pt modelId="{01163EEB-E24F-4930-8664-9AAB715981CF}" type="sibTrans" cxnId="{0FC64FBA-7B0B-413D-B186-1E2651CCC561}">
      <dgm:prSet/>
      <dgm:spPr/>
    </dgm:pt>
    <dgm:pt modelId="{92521403-B9DB-4AD4-891A-E7571BC69DA1}" type="pres">
      <dgm:prSet presAssocID="{E8D7D33F-52BE-49CD-9D9E-2EBFA4ACF955}" presName="CompostProcess" presStyleCnt="0">
        <dgm:presLayoutVars>
          <dgm:dir/>
          <dgm:resizeHandles val="exact"/>
        </dgm:presLayoutVars>
      </dgm:prSet>
      <dgm:spPr/>
    </dgm:pt>
    <dgm:pt modelId="{AF3667B2-506D-45A3-B943-A5CE2EB94678}" type="pres">
      <dgm:prSet presAssocID="{E8D7D33F-52BE-49CD-9D9E-2EBFA4ACF955}" presName="arrow" presStyleLbl="bgShp" presStyleIdx="0" presStyleCnt="1"/>
      <dgm:spPr/>
    </dgm:pt>
    <dgm:pt modelId="{693DB4FD-DD15-4ADB-9601-DD52CE3EA678}" type="pres">
      <dgm:prSet presAssocID="{E8D7D33F-52BE-49CD-9D9E-2EBFA4ACF955}" presName="linearProcess" presStyleCnt="0"/>
      <dgm:spPr/>
    </dgm:pt>
    <dgm:pt modelId="{16E88D57-A076-4C5A-A7AE-6DCC692C2369}" type="pres">
      <dgm:prSet presAssocID="{D37EAC62-86B2-491F-8587-0CA040361E1F}" presName="textNode" presStyleLbl="node1" presStyleIdx="0" presStyleCnt="3">
        <dgm:presLayoutVars>
          <dgm:bulletEnabled val="1"/>
        </dgm:presLayoutVars>
      </dgm:prSet>
      <dgm:spPr/>
    </dgm:pt>
    <dgm:pt modelId="{345AD090-719C-4AC4-A24E-83127F581035}" type="pres">
      <dgm:prSet presAssocID="{851338DA-1BE0-47B9-90B8-2226C343A7A9}" presName="sibTrans" presStyleCnt="0"/>
      <dgm:spPr/>
    </dgm:pt>
    <dgm:pt modelId="{19359947-4EDF-4381-954C-CE9CB7A507C2}" type="pres">
      <dgm:prSet presAssocID="{840210A4-7812-475F-8803-79B24E1F2464}" presName="textNode" presStyleLbl="node1" presStyleIdx="1" presStyleCnt="3">
        <dgm:presLayoutVars>
          <dgm:bulletEnabled val="1"/>
        </dgm:presLayoutVars>
      </dgm:prSet>
      <dgm:spPr/>
    </dgm:pt>
    <dgm:pt modelId="{ECD70A46-54CD-497B-96C4-176130EAF835}" type="pres">
      <dgm:prSet presAssocID="{F986224B-7FCF-4D01-A33F-D5FB52E26630}" presName="sibTrans" presStyleCnt="0"/>
      <dgm:spPr/>
    </dgm:pt>
    <dgm:pt modelId="{32BCFCAB-72DD-487C-9169-4638843E78AE}" type="pres">
      <dgm:prSet presAssocID="{B366B9E8-79B6-4B64-B055-191591EDFAFE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3E27004B-BEF6-45DD-B05D-80A73E870BD9}" srcId="{E8D7D33F-52BE-49CD-9D9E-2EBFA4ACF955}" destId="{D37EAC62-86B2-491F-8587-0CA040361E1F}" srcOrd="0" destOrd="0" parTransId="{475B1840-05BE-4336-A525-778648F7DDD6}" sibTransId="{851338DA-1BE0-47B9-90B8-2226C343A7A9}"/>
    <dgm:cxn modelId="{EB1DE587-D1AA-4809-A3D2-A2E9C2A28539}" type="presOf" srcId="{840210A4-7812-475F-8803-79B24E1F2464}" destId="{19359947-4EDF-4381-954C-CE9CB7A507C2}" srcOrd="0" destOrd="0" presId="urn:microsoft.com/office/officeart/2005/8/layout/hProcess9"/>
    <dgm:cxn modelId="{0FC64FBA-7B0B-413D-B186-1E2651CCC561}" srcId="{E8D7D33F-52BE-49CD-9D9E-2EBFA4ACF955}" destId="{B366B9E8-79B6-4B64-B055-191591EDFAFE}" srcOrd="2" destOrd="0" parTransId="{7CBBBC57-89B9-4DB9-B9F8-64EC730EB575}" sibTransId="{01163EEB-E24F-4930-8664-9AAB715981CF}"/>
    <dgm:cxn modelId="{2D06C9C1-5257-4260-8E6E-5CDB49337017}" type="presOf" srcId="{E8D7D33F-52BE-49CD-9D9E-2EBFA4ACF955}" destId="{92521403-B9DB-4AD4-891A-E7571BC69DA1}" srcOrd="0" destOrd="0" presId="urn:microsoft.com/office/officeart/2005/8/layout/hProcess9"/>
    <dgm:cxn modelId="{9BF9B6D1-2806-4C80-A0FA-EE95C036B24C}" srcId="{E8D7D33F-52BE-49CD-9D9E-2EBFA4ACF955}" destId="{840210A4-7812-475F-8803-79B24E1F2464}" srcOrd="1" destOrd="0" parTransId="{0F936ECA-A858-44F6-8A09-82F563383274}" sibTransId="{F986224B-7FCF-4D01-A33F-D5FB52E26630}"/>
    <dgm:cxn modelId="{EF12CEEA-94FA-4AD8-A3E6-6DDC87AB0B74}" type="presOf" srcId="{B366B9E8-79B6-4B64-B055-191591EDFAFE}" destId="{32BCFCAB-72DD-487C-9169-4638843E78AE}" srcOrd="0" destOrd="0" presId="urn:microsoft.com/office/officeart/2005/8/layout/hProcess9"/>
    <dgm:cxn modelId="{20A492FA-364A-4D52-BB6E-26C529245D43}" type="presOf" srcId="{D37EAC62-86B2-491F-8587-0CA040361E1F}" destId="{16E88D57-A076-4C5A-A7AE-6DCC692C2369}" srcOrd="0" destOrd="0" presId="urn:microsoft.com/office/officeart/2005/8/layout/hProcess9"/>
    <dgm:cxn modelId="{31F1784D-D84A-4187-B360-F1C5966ACE81}" type="presParOf" srcId="{92521403-B9DB-4AD4-891A-E7571BC69DA1}" destId="{AF3667B2-506D-45A3-B943-A5CE2EB94678}" srcOrd="0" destOrd="0" presId="urn:microsoft.com/office/officeart/2005/8/layout/hProcess9"/>
    <dgm:cxn modelId="{B5084E99-2E4F-4F9F-AE5F-E3C6CC75D33F}" type="presParOf" srcId="{92521403-B9DB-4AD4-891A-E7571BC69DA1}" destId="{693DB4FD-DD15-4ADB-9601-DD52CE3EA678}" srcOrd="1" destOrd="0" presId="urn:microsoft.com/office/officeart/2005/8/layout/hProcess9"/>
    <dgm:cxn modelId="{5876C4B6-46D5-4524-AABF-84AF0B8402D2}" type="presParOf" srcId="{693DB4FD-DD15-4ADB-9601-DD52CE3EA678}" destId="{16E88D57-A076-4C5A-A7AE-6DCC692C2369}" srcOrd="0" destOrd="0" presId="urn:microsoft.com/office/officeart/2005/8/layout/hProcess9"/>
    <dgm:cxn modelId="{A10CA07A-0CBB-4B2E-8BC9-7DBFECEFC894}" type="presParOf" srcId="{693DB4FD-DD15-4ADB-9601-DD52CE3EA678}" destId="{345AD090-719C-4AC4-A24E-83127F581035}" srcOrd="1" destOrd="0" presId="urn:microsoft.com/office/officeart/2005/8/layout/hProcess9"/>
    <dgm:cxn modelId="{2F557E53-018A-4F0A-8605-FD989011299D}" type="presParOf" srcId="{693DB4FD-DD15-4ADB-9601-DD52CE3EA678}" destId="{19359947-4EDF-4381-954C-CE9CB7A507C2}" srcOrd="2" destOrd="0" presId="urn:microsoft.com/office/officeart/2005/8/layout/hProcess9"/>
    <dgm:cxn modelId="{3213FA79-13F5-468D-97B3-070E91A22962}" type="presParOf" srcId="{693DB4FD-DD15-4ADB-9601-DD52CE3EA678}" destId="{ECD70A46-54CD-497B-96C4-176130EAF835}" srcOrd="3" destOrd="0" presId="urn:microsoft.com/office/officeart/2005/8/layout/hProcess9"/>
    <dgm:cxn modelId="{3BF78819-6041-4B08-B0D1-12751A6AF811}" type="presParOf" srcId="{693DB4FD-DD15-4ADB-9601-DD52CE3EA678}" destId="{32BCFCAB-72DD-487C-9169-4638843E78AE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FEFBF4-862A-4894-9203-CC91F92DB0B4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8CCE82B-DFEA-455B-9CFB-C54ABE3D771B}">
      <dgm:prSet phldrT="[Text]" phldr="0"/>
      <dgm:spPr/>
      <dgm:t>
        <a:bodyPr/>
        <a:lstStyle/>
        <a:p>
          <a:pPr rtl="0"/>
          <a:r>
            <a:rPr lang="en-US"/>
            <a:t>Applies </a:t>
          </a:r>
          <a:r>
            <a:rPr lang="en-US">
              <a:latin typeface="Consolas"/>
            </a:rPr>
            <a:t>#pragma HLS PIPELINE II=1</a:t>
          </a:r>
          <a:r>
            <a:rPr lang="en-US"/>
            <a:t> to inner loops</a:t>
          </a:r>
        </a:p>
      </dgm:t>
    </dgm:pt>
    <dgm:pt modelId="{EECAC76D-6E11-4E3F-A710-518410BD04C5}" type="parTrans" cxnId="{3C58DB02-347F-430E-8268-1AE078DCD492}">
      <dgm:prSet/>
      <dgm:spPr/>
    </dgm:pt>
    <dgm:pt modelId="{1796B6E6-DA59-494A-8623-B764D3CAAF62}" type="sibTrans" cxnId="{3C58DB02-347F-430E-8268-1AE078DCD492}">
      <dgm:prSet/>
      <dgm:spPr/>
    </dgm:pt>
    <dgm:pt modelId="{4A15FE9D-8093-43FB-B062-36300F17459A}">
      <dgm:prSet phldrT="[Text]" phldr="0"/>
      <dgm:spPr/>
      <dgm:t>
        <a:bodyPr/>
        <a:lstStyle/>
        <a:p>
          <a:pPr rtl="0"/>
          <a:r>
            <a:rPr lang="en-US"/>
            <a:t>Allows a new iteration to start </a:t>
          </a:r>
          <a:r>
            <a:rPr lang="en-US" b="1"/>
            <a:t>every clock cycle</a:t>
          </a:r>
          <a:endParaRPr lang="en-US"/>
        </a:p>
      </dgm:t>
    </dgm:pt>
    <dgm:pt modelId="{5833F2C7-52F2-4658-B5D5-8A408E23A1EB}" type="parTrans" cxnId="{E0E0AAB7-48CE-47F5-A60F-E2E9C8BBEF19}">
      <dgm:prSet/>
      <dgm:spPr/>
    </dgm:pt>
    <dgm:pt modelId="{7EA32B2D-2D39-4F43-B77D-9F46AC6C8A38}" type="sibTrans" cxnId="{E0E0AAB7-48CE-47F5-A60F-E2E9C8BBEF19}">
      <dgm:prSet/>
      <dgm:spPr/>
    </dgm:pt>
    <dgm:pt modelId="{23D2E5F5-A1F0-407B-9323-824A5B3443A1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The overlap</a:t>
          </a:r>
          <a:r>
            <a:rPr lang="en-US"/>
            <a:t> operations improves throughput</a:t>
          </a:r>
        </a:p>
      </dgm:t>
    </dgm:pt>
    <dgm:pt modelId="{5DBA26BD-E2F0-4FBF-8F06-36FB09003E26}" type="parTrans" cxnId="{8C9387CF-2856-444A-9CE4-2415B66FFF08}">
      <dgm:prSet/>
      <dgm:spPr/>
    </dgm:pt>
    <dgm:pt modelId="{4267C24E-F4DC-4C9E-B7C7-9D0736937BDC}" type="sibTrans" cxnId="{8C9387CF-2856-444A-9CE4-2415B66FFF08}">
      <dgm:prSet/>
      <dgm:spPr/>
    </dgm:pt>
    <dgm:pt modelId="{F94E978A-FB58-4BA7-AFA1-85655AAD91D8}" type="pres">
      <dgm:prSet presAssocID="{55FEFBF4-862A-4894-9203-CC91F92DB0B4}" presName="CompostProcess" presStyleCnt="0">
        <dgm:presLayoutVars>
          <dgm:dir/>
          <dgm:resizeHandles val="exact"/>
        </dgm:presLayoutVars>
      </dgm:prSet>
      <dgm:spPr/>
    </dgm:pt>
    <dgm:pt modelId="{822E8B9D-F13A-44C1-B7BE-9DB5FAFC960C}" type="pres">
      <dgm:prSet presAssocID="{55FEFBF4-862A-4894-9203-CC91F92DB0B4}" presName="arrow" presStyleLbl="bgShp" presStyleIdx="0" presStyleCnt="1"/>
      <dgm:spPr/>
    </dgm:pt>
    <dgm:pt modelId="{58BA3552-D31F-4CA3-BC30-11E115AC5F2A}" type="pres">
      <dgm:prSet presAssocID="{55FEFBF4-862A-4894-9203-CC91F92DB0B4}" presName="linearProcess" presStyleCnt="0"/>
      <dgm:spPr/>
    </dgm:pt>
    <dgm:pt modelId="{36E820BB-0523-4370-8CA3-598EBBBB5E2E}" type="pres">
      <dgm:prSet presAssocID="{D8CCE82B-DFEA-455B-9CFB-C54ABE3D771B}" presName="textNode" presStyleLbl="node1" presStyleIdx="0" presStyleCnt="3">
        <dgm:presLayoutVars>
          <dgm:bulletEnabled val="1"/>
        </dgm:presLayoutVars>
      </dgm:prSet>
      <dgm:spPr/>
    </dgm:pt>
    <dgm:pt modelId="{4B612E19-90BB-4015-A806-7B67D644F84D}" type="pres">
      <dgm:prSet presAssocID="{1796B6E6-DA59-494A-8623-B764D3CAAF62}" presName="sibTrans" presStyleCnt="0"/>
      <dgm:spPr/>
    </dgm:pt>
    <dgm:pt modelId="{F2696A9C-23BF-4EF7-AF85-A5CADAE3BE3A}" type="pres">
      <dgm:prSet presAssocID="{4A15FE9D-8093-43FB-B062-36300F17459A}" presName="textNode" presStyleLbl="node1" presStyleIdx="1" presStyleCnt="3">
        <dgm:presLayoutVars>
          <dgm:bulletEnabled val="1"/>
        </dgm:presLayoutVars>
      </dgm:prSet>
      <dgm:spPr/>
    </dgm:pt>
    <dgm:pt modelId="{B9B6776C-063A-49B1-AFA1-F893910274A2}" type="pres">
      <dgm:prSet presAssocID="{7EA32B2D-2D39-4F43-B77D-9F46AC6C8A38}" presName="sibTrans" presStyleCnt="0"/>
      <dgm:spPr/>
    </dgm:pt>
    <dgm:pt modelId="{B1151813-2EFF-4A64-8D47-F9920FD44989}" type="pres">
      <dgm:prSet presAssocID="{23D2E5F5-A1F0-407B-9323-824A5B3443A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3C58DB02-347F-430E-8268-1AE078DCD492}" srcId="{55FEFBF4-862A-4894-9203-CC91F92DB0B4}" destId="{D8CCE82B-DFEA-455B-9CFB-C54ABE3D771B}" srcOrd="0" destOrd="0" parTransId="{EECAC76D-6E11-4E3F-A710-518410BD04C5}" sibTransId="{1796B6E6-DA59-494A-8623-B764D3CAAF62}"/>
    <dgm:cxn modelId="{A9972509-6EDF-45F0-86A6-3D20762113EF}" type="presOf" srcId="{23D2E5F5-A1F0-407B-9323-824A5B3443A1}" destId="{B1151813-2EFF-4A64-8D47-F9920FD44989}" srcOrd="0" destOrd="0" presId="urn:microsoft.com/office/officeart/2005/8/layout/hProcess9"/>
    <dgm:cxn modelId="{E0D88736-8DEA-4316-8EA9-3BAE8DA2750B}" type="presOf" srcId="{4A15FE9D-8093-43FB-B062-36300F17459A}" destId="{F2696A9C-23BF-4EF7-AF85-A5CADAE3BE3A}" srcOrd="0" destOrd="0" presId="urn:microsoft.com/office/officeart/2005/8/layout/hProcess9"/>
    <dgm:cxn modelId="{C0F96E42-6DDD-42CB-8A17-A63E85B8AB22}" type="presOf" srcId="{D8CCE82B-DFEA-455B-9CFB-C54ABE3D771B}" destId="{36E820BB-0523-4370-8CA3-598EBBBB5E2E}" srcOrd="0" destOrd="0" presId="urn:microsoft.com/office/officeart/2005/8/layout/hProcess9"/>
    <dgm:cxn modelId="{67DFB775-416D-4FF8-B33D-A939C67CDF7C}" type="presOf" srcId="{55FEFBF4-862A-4894-9203-CC91F92DB0B4}" destId="{F94E978A-FB58-4BA7-AFA1-85655AAD91D8}" srcOrd="0" destOrd="0" presId="urn:microsoft.com/office/officeart/2005/8/layout/hProcess9"/>
    <dgm:cxn modelId="{E0E0AAB7-48CE-47F5-A60F-E2E9C8BBEF19}" srcId="{55FEFBF4-862A-4894-9203-CC91F92DB0B4}" destId="{4A15FE9D-8093-43FB-B062-36300F17459A}" srcOrd="1" destOrd="0" parTransId="{5833F2C7-52F2-4658-B5D5-8A408E23A1EB}" sibTransId="{7EA32B2D-2D39-4F43-B77D-9F46AC6C8A38}"/>
    <dgm:cxn modelId="{8C9387CF-2856-444A-9CE4-2415B66FFF08}" srcId="{55FEFBF4-862A-4894-9203-CC91F92DB0B4}" destId="{23D2E5F5-A1F0-407B-9323-824A5B3443A1}" srcOrd="2" destOrd="0" parTransId="{5DBA26BD-E2F0-4FBF-8F06-36FB09003E26}" sibTransId="{4267C24E-F4DC-4C9E-B7C7-9D0736937BDC}"/>
    <dgm:cxn modelId="{A594252C-87F0-4A91-AB1F-7C79B8C8A20E}" type="presParOf" srcId="{F94E978A-FB58-4BA7-AFA1-85655AAD91D8}" destId="{822E8B9D-F13A-44C1-B7BE-9DB5FAFC960C}" srcOrd="0" destOrd="0" presId="urn:microsoft.com/office/officeart/2005/8/layout/hProcess9"/>
    <dgm:cxn modelId="{961C389F-F4FE-4D5C-9D2E-6DC3C50AFC14}" type="presParOf" srcId="{F94E978A-FB58-4BA7-AFA1-85655AAD91D8}" destId="{58BA3552-D31F-4CA3-BC30-11E115AC5F2A}" srcOrd="1" destOrd="0" presId="urn:microsoft.com/office/officeart/2005/8/layout/hProcess9"/>
    <dgm:cxn modelId="{5CFD20B1-C7D1-4997-AA29-B7399766F54A}" type="presParOf" srcId="{58BA3552-D31F-4CA3-BC30-11E115AC5F2A}" destId="{36E820BB-0523-4370-8CA3-598EBBBB5E2E}" srcOrd="0" destOrd="0" presId="urn:microsoft.com/office/officeart/2005/8/layout/hProcess9"/>
    <dgm:cxn modelId="{4C43DC03-F134-4537-870C-ADC53361B8C2}" type="presParOf" srcId="{58BA3552-D31F-4CA3-BC30-11E115AC5F2A}" destId="{4B612E19-90BB-4015-A806-7B67D644F84D}" srcOrd="1" destOrd="0" presId="urn:microsoft.com/office/officeart/2005/8/layout/hProcess9"/>
    <dgm:cxn modelId="{BDE91CDB-D93F-4671-9E28-0FEB16BCF82B}" type="presParOf" srcId="{58BA3552-D31F-4CA3-BC30-11E115AC5F2A}" destId="{F2696A9C-23BF-4EF7-AF85-A5CADAE3BE3A}" srcOrd="2" destOrd="0" presId="urn:microsoft.com/office/officeart/2005/8/layout/hProcess9"/>
    <dgm:cxn modelId="{AD99E0E3-618E-4468-991E-0F390BA6FFDA}" type="presParOf" srcId="{58BA3552-D31F-4CA3-BC30-11E115AC5F2A}" destId="{B9B6776C-063A-49B1-AFA1-F893910274A2}" srcOrd="3" destOrd="0" presId="urn:microsoft.com/office/officeart/2005/8/layout/hProcess9"/>
    <dgm:cxn modelId="{A176A21B-7713-4EEE-A821-04C864020E87}" type="presParOf" srcId="{58BA3552-D31F-4CA3-BC30-11E115AC5F2A}" destId="{B1151813-2EFF-4A64-8D47-F9920FD44989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803225-EFBA-4EEF-9669-E4394A9B3125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8BE643C6-DB0C-4418-A0CC-ECAD93C9B451}">
      <dgm:prSet phldrT="[Text]" phldr="0"/>
      <dgm:spPr/>
      <dgm:t>
        <a:bodyPr/>
        <a:lstStyle/>
        <a:p>
          <a:pPr rtl="0"/>
          <a:r>
            <a:rPr lang="en-US"/>
            <a:t>Applies </a:t>
          </a:r>
          <a:r>
            <a:rPr lang="en-US">
              <a:latin typeface="Consolas"/>
            </a:rPr>
            <a:t>#pragma HLS UNROLL factor=T</a:t>
          </a:r>
          <a:r>
            <a:rPr lang="en-US"/>
            <a:t> to inner loops</a:t>
          </a:r>
        </a:p>
      </dgm:t>
    </dgm:pt>
    <dgm:pt modelId="{F3D501B7-8F5B-4C43-80D3-9B8413B6387E}" type="parTrans" cxnId="{9FFA2B06-EFD3-4D51-ABFF-4A8C85378E70}">
      <dgm:prSet/>
      <dgm:spPr/>
    </dgm:pt>
    <dgm:pt modelId="{00FCD2F9-6A69-4BDB-A712-17300C79F7CD}" type="sibTrans" cxnId="{9FFA2B06-EFD3-4D51-ABFF-4A8C85378E70}">
      <dgm:prSet/>
      <dgm:spPr/>
    </dgm:pt>
    <dgm:pt modelId="{CFB6121E-B21E-47CD-B76F-A1A77022FEDB}">
      <dgm:prSet phldrT="[Text]" phldr="0"/>
      <dgm:spPr/>
      <dgm:t>
        <a:bodyPr/>
        <a:lstStyle/>
        <a:p>
          <a:pPr rtl="0"/>
          <a:r>
            <a:rPr lang="en-US"/>
            <a:t>Replicates hardware to compute multiple MACs in parallel</a:t>
          </a:r>
        </a:p>
      </dgm:t>
    </dgm:pt>
    <dgm:pt modelId="{EE272D6F-54CB-46A2-9F23-2ED3F9665402}" type="parTrans" cxnId="{1FB4052E-F6D9-4F81-8F9F-D96CF00886A4}">
      <dgm:prSet/>
      <dgm:spPr/>
    </dgm:pt>
    <dgm:pt modelId="{DFA73719-E306-4326-AA44-88F87B67B152}" type="sibTrans" cxnId="{1FB4052E-F6D9-4F81-8F9F-D96CF00886A4}">
      <dgm:prSet/>
      <dgm:spPr/>
    </dgm:pt>
    <dgm:pt modelId="{9EBCF330-30F9-4133-8F7D-1C2FA0CDCB66}">
      <dgm:prSet phldrT="[Text]" phldr="0"/>
      <dgm:spPr/>
      <dgm:t>
        <a:bodyPr/>
        <a:lstStyle/>
        <a:p>
          <a:pPr rtl="0"/>
          <a:r>
            <a:rPr lang="en-US"/>
            <a:t>Creates a </a:t>
          </a:r>
          <a:r>
            <a:rPr lang="en-US" b="1"/>
            <a:t>T‑wide MAC array</a:t>
          </a:r>
          <a:endParaRPr lang="en-US"/>
        </a:p>
      </dgm:t>
    </dgm:pt>
    <dgm:pt modelId="{7BFB550D-0C5E-48A9-BE68-3CD031B67B75}" type="parTrans" cxnId="{875E9F60-97C2-4E5D-BEFE-4F6F88144A1C}">
      <dgm:prSet/>
      <dgm:spPr/>
    </dgm:pt>
    <dgm:pt modelId="{AACE41C9-9664-4AA4-8F51-693856D192B3}" type="sibTrans" cxnId="{875E9F60-97C2-4E5D-BEFE-4F6F88144A1C}">
      <dgm:prSet/>
      <dgm:spPr/>
    </dgm:pt>
    <dgm:pt modelId="{F0194ADE-E3A5-4065-8153-F9EADB01FA9F}" type="pres">
      <dgm:prSet presAssocID="{B1803225-EFBA-4EEF-9669-E4394A9B3125}" presName="CompostProcess" presStyleCnt="0">
        <dgm:presLayoutVars>
          <dgm:dir/>
          <dgm:resizeHandles val="exact"/>
        </dgm:presLayoutVars>
      </dgm:prSet>
      <dgm:spPr/>
    </dgm:pt>
    <dgm:pt modelId="{80A4938D-CE42-4BCF-823D-EE7F903DA5B4}" type="pres">
      <dgm:prSet presAssocID="{B1803225-EFBA-4EEF-9669-E4394A9B3125}" presName="arrow" presStyleLbl="bgShp" presStyleIdx="0" presStyleCnt="1"/>
      <dgm:spPr/>
    </dgm:pt>
    <dgm:pt modelId="{13F45122-AF78-4637-972B-A7A50C209558}" type="pres">
      <dgm:prSet presAssocID="{B1803225-EFBA-4EEF-9669-E4394A9B3125}" presName="linearProcess" presStyleCnt="0"/>
      <dgm:spPr/>
    </dgm:pt>
    <dgm:pt modelId="{056FAD5E-23A6-44AA-8D0C-3A56834236C0}" type="pres">
      <dgm:prSet presAssocID="{8BE643C6-DB0C-4418-A0CC-ECAD93C9B451}" presName="textNode" presStyleLbl="node1" presStyleIdx="0" presStyleCnt="3">
        <dgm:presLayoutVars>
          <dgm:bulletEnabled val="1"/>
        </dgm:presLayoutVars>
      </dgm:prSet>
      <dgm:spPr/>
    </dgm:pt>
    <dgm:pt modelId="{700470AB-3443-4A8C-9DCE-A2F42919F3DB}" type="pres">
      <dgm:prSet presAssocID="{00FCD2F9-6A69-4BDB-A712-17300C79F7CD}" presName="sibTrans" presStyleCnt="0"/>
      <dgm:spPr/>
    </dgm:pt>
    <dgm:pt modelId="{4FF25665-4E56-4CF9-9DDC-01FB29FDAE10}" type="pres">
      <dgm:prSet presAssocID="{CFB6121E-B21E-47CD-B76F-A1A77022FEDB}" presName="textNode" presStyleLbl="node1" presStyleIdx="1" presStyleCnt="3">
        <dgm:presLayoutVars>
          <dgm:bulletEnabled val="1"/>
        </dgm:presLayoutVars>
      </dgm:prSet>
      <dgm:spPr/>
    </dgm:pt>
    <dgm:pt modelId="{7B31BBC5-0B2A-49BD-B1D2-253645D95C33}" type="pres">
      <dgm:prSet presAssocID="{DFA73719-E306-4326-AA44-88F87B67B152}" presName="sibTrans" presStyleCnt="0"/>
      <dgm:spPr/>
    </dgm:pt>
    <dgm:pt modelId="{30397331-51C0-4C33-B310-C37F1B89FEF4}" type="pres">
      <dgm:prSet presAssocID="{9EBCF330-30F9-4133-8F7D-1C2FA0CDCB66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FFA2B06-EFD3-4D51-ABFF-4A8C85378E70}" srcId="{B1803225-EFBA-4EEF-9669-E4394A9B3125}" destId="{8BE643C6-DB0C-4418-A0CC-ECAD93C9B451}" srcOrd="0" destOrd="0" parTransId="{F3D501B7-8F5B-4C43-80D3-9B8413B6387E}" sibTransId="{00FCD2F9-6A69-4BDB-A712-17300C79F7CD}"/>
    <dgm:cxn modelId="{1FB4052E-F6D9-4F81-8F9F-D96CF00886A4}" srcId="{B1803225-EFBA-4EEF-9669-E4394A9B3125}" destId="{CFB6121E-B21E-47CD-B76F-A1A77022FEDB}" srcOrd="1" destOrd="0" parTransId="{EE272D6F-54CB-46A2-9F23-2ED3F9665402}" sibTransId="{DFA73719-E306-4326-AA44-88F87B67B152}"/>
    <dgm:cxn modelId="{875E9F60-97C2-4E5D-BEFE-4F6F88144A1C}" srcId="{B1803225-EFBA-4EEF-9669-E4394A9B3125}" destId="{9EBCF330-30F9-4133-8F7D-1C2FA0CDCB66}" srcOrd="2" destOrd="0" parTransId="{7BFB550D-0C5E-48A9-BE68-3CD031B67B75}" sibTransId="{AACE41C9-9664-4AA4-8F51-693856D192B3}"/>
    <dgm:cxn modelId="{ADE20847-1831-4EEF-8B31-4134081200F0}" type="presOf" srcId="{9EBCF330-30F9-4133-8F7D-1C2FA0CDCB66}" destId="{30397331-51C0-4C33-B310-C37F1B89FEF4}" srcOrd="0" destOrd="0" presId="urn:microsoft.com/office/officeart/2005/8/layout/hProcess9"/>
    <dgm:cxn modelId="{5CD7A3BC-9375-4F9F-B4A8-3B99028DE445}" type="presOf" srcId="{8BE643C6-DB0C-4418-A0CC-ECAD93C9B451}" destId="{056FAD5E-23A6-44AA-8D0C-3A56834236C0}" srcOrd="0" destOrd="0" presId="urn:microsoft.com/office/officeart/2005/8/layout/hProcess9"/>
    <dgm:cxn modelId="{04CC22F0-AADA-4960-9AB0-973B10997F15}" type="presOf" srcId="{B1803225-EFBA-4EEF-9669-E4394A9B3125}" destId="{F0194ADE-E3A5-4065-8153-F9EADB01FA9F}" srcOrd="0" destOrd="0" presId="urn:microsoft.com/office/officeart/2005/8/layout/hProcess9"/>
    <dgm:cxn modelId="{C372CCF3-264D-4B54-91ED-A29834B979FF}" type="presOf" srcId="{CFB6121E-B21E-47CD-B76F-A1A77022FEDB}" destId="{4FF25665-4E56-4CF9-9DDC-01FB29FDAE10}" srcOrd="0" destOrd="0" presId="urn:microsoft.com/office/officeart/2005/8/layout/hProcess9"/>
    <dgm:cxn modelId="{EDDE6A85-3824-4C4C-8D69-917EA5408ED1}" type="presParOf" srcId="{F0194ADE-E3A5-4065-8153-F9EADB01FA9F}" destId="{80A4938D-CE42-4BCF-823D-EE7F903DA5B4}" srcOrd="0" destOrd="0" presId="urn:microsoft.com/office/officeart/2005/8/layout/hProcess9"/>
    <dgm:cxn modelId="{8081F729-35BC-488A-B3B4-5855D7E8E5D7}" type="presParOf" srcId="{F0194ADE-E3A5-4065-8153-F9EADB01FA9F}" destId="{13F45122-AF78-4637-972B-A7A50C209558}" srcOrd="1" destOrd="0" presId="urn:microsoft.com/office/officeart/2005/8/layout/hProcess9"/>
    <dgm:cxn modelId="{637488BA-054C-4124-8473-34DDE761D472}" type="presParOf" srcId="{13F45122-AF78-4637-972B-A7A50C209558}" destId="{056FAD5E-23A6-44AA-8D0C-3A56834236C0}" srcOrd="0" destOrd="0" presId="urn:microsoft.com/office/officeart/2005/8/layout/hProcess9"/>
    <dgm:cxn modelId="{A2836A27-DB88-4FF5-9424-107CA4E3707F}" type="presParOf" srcId="{13F45122-AF78-4637-972B-A7A50C209558}" destId="{700470AB-3443-4A8C-9DCE-A2F42919F3DB}" srcOrd="1" destOrd="0" presId="urn:microsoft.com/office/officeart/2005/8/layout/hProcess9"/>
    <dgm:cxn modelId="{66BA0318-51F2-4EB1-A3E4-1AAF277EA799}" type="presParOf" srcId="{13F45122-AF78-4637-972B-A7A50C209558}" destId="{4FF25665-4E56-4CF9-9DDC-01FB29FDAE10}" srcOrd="2" destOrd="0" presId="urn:microsoft.com/office/officeart/2005/8/layout/hProcess9"/>
    <dgm:cxn modelId="{9F9BF7B6-0AB9-4FD5-BD4C-1130DA8133E1}" type="presParOf" srcId="{13F45122-AF78-4637-972B-A7A50C209558}" destId="{7B31BBC5-0B2A-49BD-B1D2-253645D95C33}" srcOrd="3" destOrd="0" presId="urn:microsoft.com/office/officeart/2005/8/layout/hProcess9"/>
    <dgm:cxn modelId="{1F74E71B-185C-40B1-9D48-C519B5AE689E}" type="presParOf" srcId="{13F45122-AF78-4637-972B-A7A50C209558}" destId="{30397331-51C0-4C33-B310-C37F1B89FEF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7432C5C-ACC1-41D0-A555-19698513C86F}" type="doc">
      <dgm:prSet loTypeId="urn:microsoft.com/office/officeart/2005/8/layout/h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1CF07DD-464D-4DB9-8612-A1652E8B5CEC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Target Platform</a:t>
          </a:r>
          <a:endParaRPr lang="en-US"/>
        </a:p>
      </dgm:t>
    </dgm:pt>
    <dgm:pt modelId="{E43D9BF8-6016-4571-A221-B7CB737A15E4}" type="parTrans" cxnId="{A33367CD-5824-44D3-9E3E-F5E1AED723F4}">
      <dgm:prSet/>
      <dgm:spPr/>
      <dgm:t>
        <a:bodyPr/>
        <a:lstStyle/>
        <a:p>
          <a:endParaRPr lang="en-US"/>
        </a:p>
      </dgm:t>
    </dgm:pt>
    <dgm:pt modelId="{DFC0932D-5640-4E9B-831C-7D4259D9D9BE}" type="sibTrans" cxnId="{A33367CD-5824-44D3-9E3E-F5E1AED723F4}">
      <dgm:prSet/>
      <dgm:spPr/>
      <dgm:t>
        <a:bodyPr/>
        <a:lstStyle/>
        <a:p>
          <a:endParaRPr lang="en-US"/>
        </a:p>
      </dgm:t>
    </dgm:pt>
    <dgm:pt modelId="{CFB43267-1F11-4A10-A17B-FB45880DDDDA}">
      <dgm:prSet phldrT="[Text]" phldr="0"/>
      <dgm:spPr/>
      <dgm:t>
        <a:bodyPr/>
        <a:lstStyle/>
        <a:p>
          <a:pPr algn="l" rtl="0"/>
          <a:r>
            <a:rPr lang="en-US" sz="1400" b="0"/>
            <a:t>140 BRAM tiles (4.9 Mb)</a:t>
          </a:r>
        </a:p>
      </dgm:t>
    </dgm:pt>
    <dgm:pt modelId="{E3DB42A9-0FC8-4115-A40B-6A8023F836C3}" type="parTrans" cxnId="{E3244253-EEA2-4D7D-A74B-CBEDE3643546}">
      <dgm:prSet/>
      <dgm:spPr/>
      <dgm:t>
        <a:bodyPr/>
        <a:lstStyle/>
        <a:p>
          <a:endParaRPr lang="en-US"/>
        </a:p>
      </dgm:t>
    </dgm:pt>
    <dgm:pt modelId="{EA73F0A1-018E-42EA-B160-F003EC6EB4DA}" type="sibTrans" cxnId="{E3244253-EEA2-4D7D-A74B-CBEDE3643546}">
      <dgm:prSet/>
      <dgm:spPr/>
      <dgm:t>
        <a:bodyPr/>
        <a:lstStyle/>
        <a:p>
          <a:endParaRPr lang="en-US"/>
        </a:p>
      </dgm:t>
    </dgm:pt>
    <dgm:pt modelId="{BB5A8E20-C480-4CE1-82DD-6A0BD37BFBE7}">
      <dgm:prSet phldrT="[Text]" phldr="0"/>
      <dgm:spPr/>
      <dgm:t>
        <a:bodyPr/>
        <a:lstStyle/>
        <a:p>
          <a:pPr algn="l" rtl="0"/>
          <a:r>
            <a:rPr lang="en-US" sz="1400" b="0"/>
            <a:t>220 DSP48E1 slices</a:t>
          </a:r>
        </a:p>
      </dgm:t>
    </dgm:pt>
    <dgm:pt modelId="{9FEEB9AD-5451-4957-9D95-6F1037C3988C}" type="parTrans" cxnId="{73E99C66-D4FE-4B0F-ABFF-B8852A67D154}">
      <dgm:prSet/>
      <dgm:spPr/>
      <dgm:t>
        <a:bodyPr/>
        <a:lstStyle/>
        <a:p>
          <a:endParaRPr lang="en-US"/>
        </a:p>
      </dgm:t>
    </dgm:pt>
    <dgm:pt modelId="{F798B727-0B09-4AAF-ADC2-EE529136675C}" type="sibTrans" cxnId="{73E99C66-D4FE-4B0F-ABFF-B8852A67D154}">
      <dgm:prSet/>
      <dgm:spPr/>
      <dgm:t>
        <a:bodyPr/>
        <a:lstStyle/>
        <a:p>
          <a:endParaRPr lang="en-US"/>
        </a:p>
      </dgm:t>
    </dgm:pt>
    <dgm:pt modelId="{0ABB93DC-9A9B-4525-8870-AE12725F0F5A}">
      <dgm:prSet phldrT="[Text]" phldr="0"/>
      <dgm:spPr/>
      <dgm:t>
        <a:bodyPr/>
        <a:lstStyle/>
        <a:p>
          <a:pPr algn="l" rtl="0"/>
          <a:r>
            <a:rPr lang="en-US">
              <a:latin typeface="Calibri Light" panose="020F0302020204030204"/>
            </a:rPr>
            <a:t>        Toolchain</a:t>
          </a:r>
          <a:endParaRPr lang="en-US"/>
        </a:p>
      </dgm:t>
    </dgm:pt>
    <dgm:pt modelId="{6612FECC-B2EE-4272-B9A9-822FE655F4F2}" type="parTrans" cxnId="{69D40E89-878E-4D80-B084-72B5284B62D4}">
      <dgm:prSet/>
      <dgm:spPr/>
      <dgm:t>
        <a:bodyPr/>
        <a:lstStyle/>
        <a:p>
          <a:endParaRPr lang="en-US"/>
        </a:p>
      </dgm:t>
    </dgm:pt>
    <dgm:pt modelId="{57B72939-351D-4482-A8F3-05EE6D30EC84}" type="sibTrans" cxnId="{69D40E89-878E-4D80-B084-72B5284B62D4}">
      <dgm:prSet/>
      <dgm:spPr/>
      <dgm:t>
        <a:bodyPr/>
        <a:lstStyle/>
        <a:p>
          <a:endParaRPr lang="en-US"/>
        </a:p>
      </dgm:t>
    </dgm:pt>
    <dgm:pt modelId="{EDA5DA23-A314-40B7-8B5E-DDCFD1BD2D00}">
      <dgm:prSet phldrT="[Text]" phldr="0"/>
      <dgm:spPr/>
      <dgm:t>
        <a:bodyPr/>
        <a:lstStyle/>
        <a:p>
          <a:pPr algn="l" rtl="0"/>
          <a:r>
            <a:rPr lang="en-US">
              <a:latin typeface="Calibri Light" panose="020F0302020204030204"/>
            </a:rPr>
            <a:t>Vitis HLS 2025.2</a:t>
          </a:r>
          <a:endParaRPr lang="en-US"/>
        </a:p>
      </dgm:t>
    </dgm:pt>
    <dgm:pt modelId="{67EB33FE-07C8-4DE9-9A93-DCBE2520C6D3}" type="parTrans" cxnId="{24614F92-E4B0-494F-8CCE-371EC563BFF5}">
      <dgm:prSet/>
      <dgm:spPr/>
      <dgm:t>
        <a:bodyPr/>
        <a:lstStyle/>
        <a:p>
          <a:endParaRPr lang="en-US"/>
        </a:p>
      </dgm:t>
    </dgm:pt>
    <dgm:pt modelId="{B67AA8A6-44D3-428C-827D-A7EEC73000E5}" type="sibTrans" cxnId="{24614F92-E4B0-494F-8CCE-371EC563BFF5}">
      <dgm:prSet/>
      <dgm:spPr/>
      <dgm:t>
        <a:bodyPr/>
        <a:lstStyle/>
        <a:p>
          <a:endParaRPr lang="en-US"/>
        </a:p>
      </dgm:t>
    </dgm:pt>
    <dgm:pt modelId="{D614C295-B7A9-42D0-9B22-270C1525863A}">
      <dgm:prSet phldrT="[Text]" phldr="0"/>
      <dgm:spPr/>
      <dgm:t>
        <a:bodyPr/>
        <a:lstStyle/>
        <a:p>
          <a:pPr algn="l" rtl="0"/>
          <a:r>
            <a:rPr lang="en-US" sz="1400">
              <a:latin typeface="Calibri Light" panose="020F0302020204030204"/>
            </a:rPr>
            <a:t>C simulation</a:t>
          </a:r>
          <a:endParaRPr lang="en-US" sz="1400"/>
        </a:p>
      </dgm:t>
    </dgm:pt>
    <dgm:pt modelId="{D1603171-075B-4DA7-9175-63A20A1D12DA}" type="parTrans" cxnId="{B2EEB524-26CB-435D-8E50-C3C7BEC47D56}">
      <dgm:prSet/>
      <dgm:spPr/>
      <dgm:t>
        <a:bodyPr/>
        <a:lstStyle/>
        <a:p>
          <a:endParaRPr lang="en-US"/>
        </a:p>
      </dgm:t>
    </dgm:pt>
    <dgm:pt modelId="{D87D6046-B088-45C7-9265-52E816B9BAB4}" type="sibTrans" cxnId="{B2EEB524-26CB-435D-8E50-C3C7BEC47D56}">
      <dgm:prSet/>
      <dgm:spPr/>
      <dgm:t>
        <a:bodyPr/>
        <a:lstStyle/>
        <a:p>
          <a:endParaRPr lang="en-US"/>
        </a:p>
      </dgm:t>
    </dgm:pt>
    <dgm:pt modelId="{9121D6EB-FFB5-420D-911A-79C014C9F9D4}">
      <dgm:prSet phldrT="[Text]" phldr="0"/>
      <dgm:spPr/>
      <dgm:t>
        <a:bodyPr/>
        <a:lstStyle/>
        <a:p>
          <a:pPr algn="l" rtl="0"/>
          <a:r>
            <a:rPr lang="en-US" sz="1400">
              <a:latin typeface="Calibri Light" panose="020F0302020204030204"/>
            </a:rPr>
            <a:t>C/RTL co-simulation</a:t>
          </a:r>
          <a:endParaRPr lang="en-US" sz="1400"/>
        </a:p>
      </dgm:t>
    </dgm:pt>
    <dgm:pt modelId="{B98BE9C4-A118-4625-8A0F-9BFDCF407F88}" type="parTrans" cxnId="{62D707D2-8BEE-49EC-93F8-4390FA5D7C72}">
      <dgm:prSet/>
      <dgm:spPr/>
      <dgm:t>
        <a:bodyPr/>
        <a:lstStyle/>
        <a:p>
          <a:endParaRPr lang="en-US"/>
        </a:p>
      </dgm:t>
    </dgm:pt>
    <dgm:pt modelId="{1E8AA87D-52AC-47BE-AA74-1021C9602E5E}" type="sibTrans" cxnId="{62D707D2-8BEE-49EC-93F8-4390FA5D7C72}">
      <dgm:prSet/>
      <dgm:spPr/>
      <dgm:t>
        <a:bodyPr/>
        <a:lstStyle/>
        <a:p>
          <a:endParaRPr lang="en-US"/>
        </a:p>
      </dgm:t>
    </dgm:pt>
    <dgm:pt modelId="{B6F1C80C-DD7F-4E57-8385-09AE2D6CE495}">
      <dgm:prSet phldrT="[Text]" phldr="0"/>
      <dgm:spPr/>
      <dgm:t>
        <a:bodyPr/>
        <a:lstStyle/>
        <a:p>
          <a:pPr algn="l" rtl="0"/>
          <a:r>
            <a:rPr lang="en-US" sz="1400">
              <a:latin typeface="Calibri Light" panose="020F0302020204030204"/>
            </a:rPr>
            <a:t>HLS synthesis</a:t>
          </a:r>
          <a:endParaRPr lang="en-US" sz="1400"/>
        </a:p>
      </dgm:t>
    </dgm:pt>
    <dgm:pt modelId="{E23DA766-0D30-464B-B4E3-4EC4C9164438}" type="parTrans" cxnId="{9DD191B7-6E75-428A-9C6C-E0D7CA6BE434}">
      <dgm:prSet/>
      <dgm:spPr/>
      <dgm:t>
        <a:bodyPr/>
        <a:lstStyle/>
        <a:p>
          <a:endParaRPr lang="en-US"/>
        </a:p>
      </dgm:t>
    </dgm:pt>
    <dgm:pt modelId="{95BD0C90-4B2D-4917-A5B8-49B03131AEA1}" type="sibTrans" cxnId="{9DD191B7-6E75-428A-9C6C-E0D7CA6BE434}">
      <dgm:prSet/>
      <dgm:spPr/>
      <dgm:t>
        <a:bodyPr/>
        <a:lstStyle/>
        <a:p>
          <a:endParaRPr lang="en-US"/>
        </a:p>
      </dgm:t>
    </dgm:pt>
    <dgm:pt modelId="{BD247357-D3CE-4810-AE2C-2915B4889EDC}">
      <dgm:prSet phldrT="[Text]" phldr="0"/>
      <dgm:spPr/>
      <dgm:t>
        <a:bodyPr/>
        <a:lstStyle/>
        <a:p>
          <a:pPr algn="l" rtl="0"/>
          <a:r>
            <a:rPr lang="en-US" sz="1400">
              <a:latin typeface="Calibri Light" panose="020F0302020204030204"/>
            </a:rPr>
            <a:t>Target clock: 10ns (100 MHz)</a:t>
          </a:r>
          <a:endParaRPr lang="en-US" sz="1400"/>
        </a:p>
      </dgm:t>
    </dgm:pt>
    <dgm:pt modelId="{4774850F-AD6B-4D7A-856C-2B115B445F3B}" type="parTrans" cxnId="{5FCDC8F7-0F2E-41E4-A27E-EFB49250771E}">
      <dgm:prSet/>
      <dgm:spPr/>
      <dgm:t>
        <a:bodyPr/>
        <a:lstStyle/>
        <a:p>
          <a:endParaRPr lang="en-US"/>
        </a:p>
      </dgm:t>
    </dgm:pt>
    <dgm:pt modelId="{E8AD6C51-EC35-40F3-AEF2-1DD5E3E26991}" type="sibTrans" cxnId="{5FCDC8F7-0F2E-41E4-A27E-EFB49250771E}">
      <dgm:prSet/>
      <dgm:spPr/>
      <dgm:t>
        <a:bodyPr/>
        <a:lstStyle/>
        <a:p>
          <a:endParaRPr lang="en-US"/>
        </a:p>
      </dgm:t>
    </dgm:pt>
    <dgm:pt modelId="{D1DDC2F1-C368-414C-BCB4-38F61CA33E9D}">
      <dgm:prSet phldrT="[Text]" phldr="0"/>
      <dgm:spPr/>
      <dgm:t>
        <a:bodyPr/>
        <a:lstStyle/>
        <a:p>
          <a:pPr algn="l" rtl="0"/>
          <a:r>
            <a:rPr lang="en-US" sz="1400" b="0">
              <a:latin typeface="Calibri Light" panose="020F0302020204030204"/>
            </a:rPr>
            <a:t>Xilinx</a:t>
          </a:r>
          <a:r>
            <a:rPr lang="en-US" sz="1400" b="0"/>
            <a:t> Zynq‑7020 SoC (xc7z020clg400‑1)</a:t>
          </a:r>
          <a:endParaRPr lang="en-US" sz="1400" b="0">
            <a:latin typeface="Calibri Light" panose="020F0302020204030204"/>
          </a:endParaRPr>
        </a:p>
      </dgm:t>
    </dgm:pt>
    <dgm:pt modelId="{80E64E8E-B34D-4F43-BC0A-380EFE80728E}" type="parTrans" cxnId="{F6E8F89C-79E5-4D52-B9AD-34865F8BBE45}">
      <dgm:prSet/>
      <dgm:spPr/>
    </dgm:pt>
    <dgm:pt modelId="{715D559C-ABF8-4EA1-B4E2-F113E696D96F}" type="sibTrans" cxnId="{F6E8F89C-79E5-4D52-B9AD-34865F8BBE45}">
      <dgm:prSet/>
      <dgm:spPr/>
    </dgm:pt>
    <dgm:pt modelId="{235ACF11-B155-4AF4-90F8-0C2EA88535B1}">
      <dgm:prSet phldrT="[Text]" phldr="0"/>
      <dgm:spPr/>
      <dgm:t>
        <a:bodyPr/>
        <a:lstStyle/>
        <a:p>
          <a:pPr algn="l" rtl="0"/>
          <a:r>
            <a:rPr lang="en-US" sz="1400" b="0"/>
            <a:t>106,400 FFs</a:t>
          </a:r>
          <a:endParaRPr lang="en-US" sz="1400" b="0">
            <a:latin typeface="Calibri Light" panose="020F0302020204030204"/>
          </a:endParaRPr>
        </a:p>
      </dgm:t>
    </dgm:pt>
    <dgm:pt modelId="{B970764D-98E5-451D-88F8-AF32B15A87C3}" type="parTrans" cxnId="{2F54D6F8-E6F2-4620-9B13-498BC17D12D2}">
      <dgm:prSet/>
      <dgm:spPr/>
    </dgm:pt>
    <dgm:pt modelId="{9714F322-6C5F-4924-93E4-95315FCAAD37}" type="sibTrans" cxnId="{2F54D6F8-E6F2-4620-9B13-498BC17D12D2}">
      <dgm:prSet/>
      <dgm:spPr/>
    </dgm:pt>
    <dgm:pt modelId="{98F2B722-3597-4FDB-AEEB-7A2AD1D054FB}">
      <dgm:prSet phldrT="[Text]" phldr="0"/>
      <dgm:spPr/>
      <dgm:t>
        <a:bodyPr/>
        <a:lstStyle/>
        <a:p>
          <a:pPr algn="l"/>
          <a:r>
            <a:rPr lang="en-US" sz="1400" b="0"/>
            <a:t>53,200 LUTs</a:t>
          </a:r>
        </a:p>
      </dgm:t>
    </dgm:pt>
    <dgm:pt modelId="{CEA8D0F7-7694-43BE-A7AC-055576D6B94B}" type="parTrans" cxnId="{6999187A-5D2D-4696-BC8B-795258BBCD8B}">
      <dgm:prSet/>
      <dgm:spPr/>
    </dgm:pt>
    <dgm:pt modelId="{AA3E3784-D2E9-4879-BCC4-DDC21C1AEFA6}" type="sibTrans" cxnId="{6999187A-5D2D-4696-BC8B-795258BBCD8B}">
      <dgm:prSet/>
      <dgm:spPr/>
    </dgm:pt>
    <dgm:pt modelId="{287DE792-968D-4A39-BFD7-FF5947217A0A}">
      <dgm:prSet phldrT="[Text]" phldr="0"/>
      <dgm:spPr/>
      <dgm:t>
        <a:bodyPr/>
        <a:lstStyle/>
        <a:p>
          <a:pPr rtl="0"/>
          <a:r>
            <a:rPr lang="en-US" err="1">
              <a:latin typeface="Calibri Light" panose="020F0302020204030204"/>
            </a:rPr>
            <a:t>Vivado</a:t>
          </a:r>
          <a:r>
            <a:rPr lang="en-US">
              <a:latin typeface="Calibri Light" panose="020F0302020204030204"/>
            </a:rPr>
            <a:t> 2025.2</a:t>
          </a:r>
        </a:p>
      </dgm:t>
    </dgm:pt>
    <dgm:pt modelId="{799ACCD5-1D6A-4881-8887-3039D6624F28}" type="parTrans" cxnId="{EA931E0E-922A-4DAA-A794-275DA1B0C514}">
      <dgm:prSet/>
      <dgm:spPr/>
    </dgm:pt>
    <dgm:pt modelId="{52A948E4-E89A-44FA-AF7D-62B6C1C17271}" type="sibTrans" cxnId="{EA931E0E-922A-4DAA-A794-275DA1B0C514}">
      <dgm:prSet/>
      <dgm:spPr/>
    </dgm:pt>
    <dgm:pt modelId="{A851E8F9-CC47-49F1-96B0-6D20E985D7E3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Timing closure</a:t>
          </a:r>
        </a:p>
      </dgm:t>
    </dgm:pt>
    <dgm:pt modelId="{41481E51-845D-4B11-B18E-42D722810CDA}" type="parTrans" cxnId="{FE263A85-786B-463F-8616-1D51039C3CAA}">
      <dgm:prSet/>
      <dgm:spPr/>
    </dgm:pt>
    <dgm:pt modelId="{587129BC-E408-4A4D-ACD7-2AB90E4118AB}" type="sibTrans" cxnId="{FE263A85-786B-463F-8616-1D51039C3CAA}">
      <dgm:prSet/>
      <dgm:spPr/>
    </dgm:pt>
    <dgm:pt modelId="{F4C7FBC2-766E-43FE-8712-EE1227FF3D18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RTL implementation</a:t>
          </a:r>
          <a:endParaRPr lang="en-US" sz="1400"/>
        </a:p>
      </dgm:t>
    </dgm:pt>
    <dgm:pt modelId="{0178400F-09D4-433C-976C-F70AC6C44E9A}" type="parTrans" cxnId="{BA0384EB-5B99-4BC5-83A7-167D4736AE4A}">
      <dgm:prSet/>
      <dgm:spPr/>
    </dgm:pt>
    <dgm:pt modelId="{1FDD0473-2045-4A77-92AB-AE746413D675}" type="sibTrans" cxnId="{BA0384EB-5B99-4BC5-83A7-167D4736AE4A}">
      <dgm:prSet/>
      <dgm:spPr/>
    </dgm:pt>
    <dgm:pt modelId="{4247208A-36E2-4EAA-9FEC-E5B00830F4A7}" type="pres">
      <dgm:prSet presAssocID="{87432C5C-ACC1-41D0-A555-19698513C86F}" presName="Name0" presStyleCnt="0">
        <dgm:presLayoutVars>
          <dgm:dir/>
          <dgm:animLvl val="lvl"/>
          <dgm:resizeHandles val="exact"/>
        </dgm:presLayoutVars>
      </dgm:prSet>
      <dgm:spPr/>
    </dgm:pt>
    <dgm:pt modelId="{C48FC4F4-7525-4110-BDD0-2C9625EBA2EA}" type="pres">
      <dgm:prSet presAssocID="{11CF07DD-464D-4DB9-8612-A1652E8B5CEC}" presName="composite" presStyleCnt="0"/>
      <dgm:spPr/>
    </dgm:pt>
    <dgm:pt modelId="{1E4BC7E1-2FB5-4E39-8E0B-0697E39B0245}" type="pres">
      <dgm:prSet presAssocID="{11CF07DD-464D-4DB9-8612-A1652E8B5CE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41BC165-0334-48FA-AF30-EA4487A930C4}" type="pres">
      <dgm:prSet presAssocID="{11CF07DD-464D-4DB9-8612-A1652E8B5CEC}" presName="desTx" presStyleLbl="alignAccFollowNode1" presStyleIdx="0" presStyleCnt="2">
        <dgm:presLayoutVars>
          <dgm:bulletEnabled val="1"/>
        </dgm:presLayoutVars>
      </dgm:prSet>
      <dgm:spPr/>
    </dgm:pt>
    <dgm:pt modelId="{9A13AB06-D24D-4027-8779-9AEB92A475E8}" type="pres">
      <dgm:prSet presAssocID="{DFC0932D-5640-4E9B-831C-7D4259D9D9BE}" presName="space" presStyleCnt="0"/>
      <dgm:spPr/>
    </dgm:pt>
    <dgm:pt modelId="{F1FC559A-E1F2-410D-BAF9-4A9495DF5A52}" type="pres">
      <dgm:prSet presAssocID="{0ABB93DC-9A9B-4525-8870-AE12725F0F5A}" presName="composite" presStyleCnt="0"/>
      <dgm:spPr/>
    </dgm:pt>
    <dgm:pt modelId="{093965AA-DAC1-4745-A6C0-9647F6B24E4C}" type="pres">
      <dgm:prSet presAssocID="{0ABB93DC-9A9B-4525-8870-AE12725F0F5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FF45D8A-DA2F-47DA-9583-E878A7DAC582}" type="pres">
      <dgm:prSet presAssocID="{0ABB93DC-9A9B-4525-8870-AE12725F0F5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9DF8E0A-ADE4-4E8A-9A78-9D60FAD10940}" type="presOf" srcId="{87432C5C-ACC1-41D0-A555-19698513C86F}" destId="{4247208A-36E2-4EAA-9FEC-E5B00830F4A7}" srcOrd="0" destOrd="0" presId="urn:microsoft.com/office/officeart/2005/8/layout/hList1"/>
    <dgm:cxn modelId="{EA931E0E-922A-4DAA-A794-275DA1B0C514}" srcId="{0ABB93DC-9A9B-4525-8870-AE12725F0F5A}" destId="{287DE792-968D-4A39-BFD7-FF5947217A0A}" srcOrd="1" destOrd="0" parTransId="{799ACCD5-1D6A-4881-8887-3039D6624F28}" sibTransId="{52A948E4-E89A-44FA-AF7D-62B6C1C17271}"/>
    <dgm:cxn modelId="{4A82C514-A570-45A2-A24A-95656E2F33AD}" type="presOf" srcId="{11CF07DD-464D-4DB9-8612-A1652E8B5CEC}" destId="{1E4BC7E1-2FB5-4E39-8E0B-0697E39B0245}" srcOrd="0" destOrd="0" presId="urn:microsoft.com/office/officeart/2005/8/layout/hList1"/>
    <dgm:cxn modelId="{26721415-8C3C-4B4A-B544-B02A28B56EFA}" type="presOf" srcId="{D614C295-B7A9-42D0-9B22-270C1525863A}" destId="{6FF45D8A-DA2F-47DA-9583-E878A7DAC582}" srcOrd="0" destOrd="1" presId="urn:microsoft.com/office/officeart/2005/8/layout/hList1"/>
    <dgm:cxn modelId="{B2EEB524-26CB-435D-8E50-C3C7BEC47D56}" srcId="{EDA5DA23-A314-40B7-8B5E-DDCFD1BD2D00}" destId="{D614C295-B7A9-42D0-9B22-270C1525863A}" srcOrd="0" destOrd="0" parTransId="{D1603171-075B-4DA7-9175-63A20A1D12DA}" sibTransId="{D87D6046-B088-45C7-9265-52E816B9BAB4}"/>
    <dgm:cxn modelId="{20E6BC3C-4606-49E8-BDC8-74878B7ED675}" type="presOf" srcId="{BB5A8E20-C480-4CE1-82DD-6A0BD37BFBE7}" destId="{E41BC165-0334-48FA-AF30-EA4487A930C4}" srcOrd="0" destOrd="4" presId="urn:microsoft.com/office/officeart/2005/8/layout/hList1"/>
    <dgm:cxn modelId="{CCF0BA3F-F027-442A-A875-84C1332A223E}" type="presOf" srcId="{287DE792-968D-4A39-BFD7-FF5947217A0A}" destId="{6FF45D8A-DA2F-47DA-9583-E878A7DAC582}" srcOrd="0" destOrd="5" presId="urn:microsoft.com/office/officeart/2005/8/layout/hList1"/>
    <dgm:cxn modelId="{E5D09A64-1536-4C92-9E6B-F4B909C6D973}" type="presOf" srcId="{B6F1C80C-DD7F-4E57-8385-09AE2D6CE495}" destId="{6FF45D8A-DA2F-47DA-9583-E878A7DAC582}" srcOrd="0" destOrd="3" presId="urn:microsoft.com/office/officeart/2005/8/layout/hList1"/>
    <dgm:cxn modelId="{73E99C66-D4FE-4B0F-ABFF-B8852A67D154}" srcId="{11CF07DD-464D-4DB9-8612-A1652E8B5CEC}" destId="{BB5A8E20-C480-4CE1-82DD-6A0BD37BFBE7}" srcOrd="4" destOrd="0" parTransId="{9FEEB9AD-5451-4957-9D95-6F1037C3988C}" sibTransId="{F798B727-0B09-4AAF-ADC2-EE529136675C}"/>
    <dgm:cxn modelId="{E937034B-6157-4715-9A6D-E6C4D5FDFF5F}" type="presOf" srcId="{0ABB93DC-9A9B-4525-8870-AE12725F0F5A}" destId="{093965AA-DAC1-4745-A6C0-9647F6B24E4C}" srcOrd="0" destOrd="0" presId="urn:microsoft.com/office/officeart/2005/8/layout/hList1"/>
    <dgm:cxn modelId="{E114724D-067A-4208-8637-A0C6DD17F1CE}" type="presOf" srcId="{D1DDC2F1-C368-414C-BCB4-38F61CA33E9D}" destId="{E41BC165-0334-48FA-AF30-EA4487A930C4}" srcOrd="0" destOrd="0" presId="urn:microsoft.com/office/officeart/2005/8/layout/hList1"/>
    <dgm:cxn modelId="{E3244253-EEA2-4D7D-A74B-CBEDE3643546}" srcId="{11CF07DD-464D-4DB9-8612-A1652E8B5CEC}" destId="{CFB43267-1F11-4A10-A17B-FB45880DDDDA}" srcOrd="3" destOrd="0" parTransId="{E3DB42A9-0FC8-4115-A40B-6A8023F836C3}" sibTransId="{EA73F0A1-018E-42EA-B160-F003EC6EB4DA}"/>
    <dgm:cxn modelId="{6999187A-5D2D-4696-BC8B-795258BBCD8B}" srcId="{11CF07DD-464D-4DB9-8612-A1652E8B5CEC}" destId="{98F2B722-3597-4FDB-AEEB-7A2AD1D054FB}" srcOrd="1" destOrd="0" parTransId="{CEA8D0F7-7694-43BE-A7AC-055576D6B94B}" sibTransId="{AA3E3784-D2E9-4879-BCC4-DDC21C1AEFA6}"/>
    <dgm:cxn modelId="{FE263A85-786B-463F-8616-1D51039C3CAA}" srcId="{287DE792-968D-4A39-BFD7-FF5947217A0A}" destId="{A851E8F9-CC47-49F1-96B0-6D20E985D7E3}" srcOrd="1" destOrd="0" parTransId="{41481E51-845D-4B11-B18E-42D722810CDA}" sibTransId="{587129BC-E408-4A4D-ACD7-2AB90E4118AB}"/>
    <dgm:cxn modelId="{07E1C788-0E37-4219-B13D-45528380DF37}" type="presOf" srcId="{CFB43267-1F11-4A10-A17B-FB45880DDDDA}" destId="{E41BC165-0334-48FA-AF30-EA4487A930C4}" srcOrd="0" destOrd="3" presId="urn:microsoft.com/office/officeart/2005/8/layout/hList1"/>
    <dgm:cxn modelId="{69D40E89-878E-4D80-B084-72B5284B62D4}" srcId="{87432C5C-ACC1-41D0-A555-19698513C86F}" destId="{0ABB93DC-9A9B-4525-8870-AE12725F0F5A}" srcOrd="1" destOrd="0" parTransId="{6612FECC-B2EE-4272-B9A9-822FE655F4F2}" sibTransId="{57B72939-351D-4482-A8F3-05EE6D30EC84}"/>
    <dgm:cxn modelId="{24614F92-E4B0-494F-8CCE-371EC563BFF5}" srcId="{0ABB93DC-9A9B-4525-8870-AE12725F0F5A}" destId="{EDA5DA23-A314-40B7-8B5E-DDCFD1BD2D00}" srcOrd="0" destOrd="0" parTransId="{67EB33FE-07C8-4DE9-9A93-DCBE2520C6D3}" sibTransId="{B67AA8A6-44D3-428C-827D-A7EEC73000E5}"/>
    <dgm:cxn modelId="{A717BC96-C622-4F35-A571-3D00F206EE84}" type="presOf" srcId="{9121D6EB-FFB5-420D-911A-79C014C9F9D4}" destId="{6FF45D8A-DA2F-47DA-9583-E878A7DAC582}" srcOrd="0" destOrd="2" presId="urn:microsoft.com/office/officeart/2005/8/layout/hList1"/>
    <dgm:cxn modelId="{F39E8397-B11A-4BDD-B739-B29964CEE610}" type="presOf" srcId="{A851E8F9-CC47-49F1-96B0-6D20E985D7E3}" destId="{6FF45D8A-DA2F-47DA-9583-E878A7DAC582}" srcOrd="0" destOrd="7" presId="urn:microsoft.com/office/officeart/2005/8/layout/hList1"/>
    <dgm:cxn modelId="{F6E8F89C-79E5-4D52-B9AD-34865F8BBE45}" srcId="{11CF07DD-464D-4DB9-8612-A1652E8B5CEC}" destId="{D1DDC2F1-C368-414C-BCB4-38F61CA33E9D}" srcOrd="0" destOrd="0" parTransId="{80E64E8E-B34D-4F43-BC0A-380EFE80728E}" sibTransId="{715D559C-ABF8-4EA1-B4E2-F113E696D96F}"/>
    <dgm:cxn modelId="{AD6D94A8-FDC8-419B-8238-F3B89CB40246}" type="presOf" srcId="{235ACF11-B155-4AF4-90F8-0C2EA88535B1}" destId="{E41BC165-0334-48FA-AF30-EA4487A930C4}" srcOrd="0" destOrd="2" presId="urn:microsoft.com/office/officeart/2005/8/layout/hList1"/>
    <dgm:cxn modelId="{8533E5B5-31D7-4C40-976A-9F0134211B95}" type="presOf" srcId="{BD247357-D3CE-4810-AE2C-2915B4889EDC}" destId="{6FF45D8A-DA2F-47DA-9583-E878A7DAC582}" srcOrd="0" destOrd="4" presId="urn:microsoft.com/office/officeart/2005/8/layout/hList1"/>
    <dgm:cxn modelId="{9DD191B7-6E75-428A-9C6C-E0D7CA6BE434}" srcId="{EDA5DA23-A314-40B7-8B5E-DDCFD1BD2D00}" destId="{B6F1C80C-DD7F-4E57-8385-09AE2D6CE495}" srcOrd="2" destOrd="0" parTransId="{E23DA766-0D30-464B-B4E3-4EC4C9164438}" sibTransId="{95BD0C90-4B2D-4917-A5B8-49B03131AEA1}"/>
    <dgm:cxn modelId="{CF52FBBD-818D-4D00-98D6-4057231D8469}" type="presOf" srcId="{98F2B722-3597-4FDB-AEEB-7A2AD1D054FB}" destId="{E41BC165-0334-48FA-AF30-EA4487A930C4}" srcOrd="0" destOrd="1" presId="urn:microsoft.com/office/officeart/2005/8/layout/hList1"/>
    <dgm:cxn modelId="{A33367CD-5824-44D3-9E3E-F5E1AED723F4}" srcId="{87432C5C-ACC1-41D0-A555-19698513C86F}" destId="{11CF07DD-464D-4DB9-8612-A1652E8B5CEC}" srcOrd="0" destOrd="0" parTransId="{E43D9BF8-6016-4571-A221-B7CB737A15E4}" sibTransId="{DFC0932D-5640-4E9B-831C-7D4259D9D9BE}"/>
    <dgm:cxn modelId="{62D707D2-8BEE-49EC-93F8-4390FA5D7C72}" srcId="{EDA5DA23-A314-40B7-8B5E-DDCFD1BD2D00}" destId="{9121D6EB-FFB5-420D-911A-79C014C9F9D4}" srcOrd="1" destOrd="0" parTransId="{B98BE9C4-A118-4625-8A0F-9BFDCF407F88}" sibTransId="{1E8AA87D-52AC-47BE-AA74-1021C9602E5E}"/>
    <dgm:cxn modelId="{DA473DD7-4CDE-449A-8860-68A9DF1895E1}" type="presOf" srcId="{EDA5DA23-A314-40B7-8B5E-DDCFD1BD2D00}" destId="{6FF45D8A-DA2F-47DA-9583-E878A7DAC582}" srcOrd="0" destOrd="0" presId="urn:microsoft.com/office/officeart/2005/8/layout/hList1"/>
    <dgm:cxn modelId="{BA0384EB-5B99-4BC5-83A7-167D4736AE4A}" srcId="{287DE792-968D-4A39-BFD7-FF5947217A0A}" destId="{F4C7FBC2-766E-43FE-8712-EE1227FF3D18}" srcOrd="0" destOrd="0" parTransId="{0178400F-09D4-433C-976C-F70AC6C44E9A}" sibTransId="{1FDD0473-2045-4A77-92AB-AE746413D675}"/>
    <dgm:cxn modelId="{5FCDC8F7-0F2E-41E4-A27E-EFB49250771E}" srcId="{EDA5DA23-A314-40B7-8B5E-DDCFD1BD2D00}" destId="{BD247357-D3CE-4810-AE2C-2915B4889EDC}" srcOrd="3" destOrd="0" parTransId="{4774850F-AD6B-4D7A-856C-2B115B445F3B}" sibTransId="{E8AD6C51-EC35-40F3-AEF2-1DD5E3E26991}"/>
    <dgm:cxn modelId="{2F54D6F8-E6F2-4620-9B13-498BC17D12D2}" srcId="{11CF07DD-464D-4DB9-8612-A1652E8B5CEC}" destId="{235ACF11-B155-4AF4-90F8-0C2EA88535B1}" srcOrd="2" destOrd="0" parTransId="{B970764D-98E5-451D-88F8-AF32B15A87C3}" sibTransId="{9714F322-6C5F-4924-93E4-95315FCAAD37}"/>
    <dgm:cxn modelId="{CDD607FB-7D30-44C3-9207-C2AF52CC061F}" type="presOf" srcId="{F4C7FBC2-766E-43FE-8712-EE1227FF3D18}" destId="{6FF45D8A-DA2F-47DA-9583-E878A7DAC582}" srcOrd="0" destOrd="6" presId="urn:microsoft.com/office/officeart/2005/8/layout/hList1"/>
    <dgm:cxn modelId="{80AE7270-AE32-4DE8-A2C4-39D28CD4A177}" type="presParOf" srcId="{4247208A-36E2-4EAA-9FEC-E5B00830F4A7}" destId="{C48FC4F4-7525-4110-BDD0-2C9625EBA2EA}" srcOrd="0" destOrd="0" presId="urn:microsoft.com/office/officeart/2005/8/layout/hList1"/>
    <dgm:cxn modelId="{62E40480-0A20-4AF7-8BE3-8E0660FF4E95}" type="presParOf" srcId="{C48FC4F4-7525-4110-BDD0-2C9625EBA2EA}" destId="{1E4BC7E1-2FB5-4E39-8E0B-0697E39B0245}" srcOrd="0" destOrd="0" presId="urn:microsoft.com/office/officeart/2005/8/layout/hList1"/>
    <dgm:cxn modelId="{C73CD2E9-CF44-468C-B199-F4238188FEB6}" type="presParOf" srcId="{C48FC4F4-7525-4110-BDD0-2C9625EBA2EA}" destId="{E41BC165-0334-48FA-AF30-EA4487A930C4}" srcOrd="1" destOrd="0" presId="urn:microsoft.com/office/officeart/2005/8/layout/hList1"/>
    <dgm:cxn modelId="{C489B775-5033-4BEF-A837-D9F70D521262}" type="presParOf" srcId="{4247208A-36E2-4EAA-9FEC-E5B00830F4A7}" destId="{9A13AB06-D24D-4027-8779-9AEB92A475E8}" srcOrd="1" destOrd="0" presId="urn:microsoft.com/office/officeart/2005/8/layout/hList1"/>
    <dgm:cxn modelId="{76CA1153-2C49-4B81-95D4-A8677ED3CA4E}" type="presParOf" srcId="{4247208A-36E2-4EAA-9FEC-E5B00830F4A7}" destId="{F1FC559A-E1F2-410D-BAF9-4A9495DF5A52}" srcOrd="2" destOrd="0" presId="urn:microsoft.com/office/officeart/2005/8/layout/hList1"/>
    <dgm:cxn modelId="{736664C5-7ADF-4ADB-801A-E67F8F4256D0}" type="presParOf" srcId="{F1FC559A-E1F2-410D-BAF9-4A9495DF5A52}" destId="{093965AA-DAC1-4745-A6C0-9647F6B24E4C}" srcOrd="0" destOrd="0" presId="urn:microsoft.com/office/officeart/2005/8/layout/hList1"/>
    <dgm:cxn modelId="{7AE706BE-7EC3-4C0F-B998-3A6AF55526E2}" type="presParOf" srcId="{F1FC559A-E1F2-410D-BAF9-4A9495DF5A52}" destId="{6FF45D8A-DA2F-47DA-9583-E878A7DAC5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A9D966D-B84C-43ED-A828-653F9DFAF982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5FBF462-18D0-4DF2-9D5E-B65ADBE7915C}">
      <dgm:prSet phldrT="[Text]" phldr="0"/>
      <dgm:spPr/>
      <dgm:t>
        <a:bodyPr/>
        <a:lstStyle/>
        <a:p>
          <a:r>
            <a:rPr lang="en-US">
              <a:latin typeface="Calibri Light" panose="020F0302020204030204"/>
            </a:rPr>
            <a:t>Baseline</a:t>
          </a:r>
          <a:endParaRPr lang="en-US"/>
        </a:p>
      </dgm:t>
    </dgm:pt>
    <dgm:pt modelId="{1511DEDF-54F7-4931-B7ED-441FC86A48F6}" type="parTrans" cxnId="{0F4404C4-4F17-428F-98CF-A2487A171CFC}">
      <dgm:prSet/>
      <dgm:spPr/>
      <dgm:t>
        <a:bodyPr/>
        <a:lstStyle/>
        <a:p>
          <a:endParaRPr lang="en-US"/>
        </a:p>
      </dgm:t>
    </dgm:pt>
    <dgm:pt modelId="{217752DE-4845-47B7-9510-3F2DC08AEAA3}" type="sibTrans" cxnId="{0F4404C4-4F17-428F-98CF-A2487A171CFC}">
      <dgm:prSet/>
      <dgm:spPr/>
      <dgm:t>
        <a:bodyPr/>
        <a:lstStyle/>
        <a:p>
          <a:endParaRPr lang="en-US"/>
        </a:p>
      </dgm:t>
    </dgm:pt>
    <dgm:pt modelId="{9BE47183-0D14-4191-8D24-1F59C85E436E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Latency: 0.164 </a:t>
          </a:r>
          <a:r>
            <a:rPr lang="en-US" sz="1400" err="1">
              <a:latin typeface="Calibri Light" panose="020F0302020204030204"/>
            </a:rPr>
            <a:t>ms</a:t>
          </a:r>
          <a:endParaRPr lang="en-US" sz="1400" err="1"/>
        </a:p>
      </dgm:t>
    </dgm:pt>
    <dgm:pt modelId="{F8F19E21-D7E1-4224-93E5-D82765B16F57}" type="parTrans" cxnId="{7EC47833-3785-46AF-B086-6B8358C99F40}">
      <dgm:prSet/>
      <dgm:spPr/>
      <dgm:t>
        <a:bodyPr/>
        <a:lstStyle/>
        <a:p>
          <a:endParaRPr lang="en-US"/>
        </a:p>
      </dgm:t>
    </dgm:pt>
    <dgm:pt modelId="{0D7EB2F2-D8C1-41BD-BD62-7703792E8099}" type="sibTrans" cxnId="{7EC47833-3785-46AF-B086-6B8358C99F40}">
      <dgm:prSet/>
      <dgm:spPr/>
      <dgm:t>
        <a:bodyPr/>
        <a:lstStyle/>
        <a:p>
          <a:endParaRPr lang="en-US"/>
        </a:p>
      </dgm:t>
    </dgm:pt>
    <dgm:pt modelId="{8335A180-0393-4198-9C96-40DC4F9FC7C6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Throughput: 399 MFLOP/s</a:t>
          </a:r>
          <a:endParaRPr lang="en-US" sz="1400"/>
        </a:p>
      </dgm:t>
    </dgm:pt>
    <dgm:pt modelId="{8F7E88C0-FA76-449F-8C23-FF68633106D9}" type="parTrans" cxnId="{07474642-4795-4A5F-8EB8-475E8563C521}">
      <dgm:prSet/>
      <dgm:spPr/>
      <dgm:t>
        <a:bodyPr/>
        <a:lstStyle/>
        <a:p>
          <a:endParaRPr lang="en-US"/>
        </a:p>
      </dgm:t>
    </dgm:pt>
    <dgm:pt modelId="{6D140DD1-F35F-409E-91C5-9C517E786540}" type="sibTrans" cxnId="{07474642-4795-4A5F-8EB8-475E8563C521}">
      <dgm:prSet/>
      <dgm:spPr/>
      <dgm:t>
        <a:bodyPr/>
        <a:lstStyle/>
        <a:p>
          <a:endParaRPr lang="en-US"/>
        </a:p>
      </dgm:t>
    </dgm:pt>
    <dgm:pt modelId="{3EFC1A6A-AC5D-4138-B3AC-8CDC23D87094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Speedup: 1.0x</a:t>
          </a:r>
          <a:endParaRPr lang="en-US" sz="1400"/>
        </a:p>
      </dgm:t>
    </dgm:pt>
    <dgm:pt modelId="{CF38DD28-139A-4854-B544-46F0275558DC}" type="parTrans" cxnId="{7C4FBCA3-BFF8-41AD-B5C3-DB7951F007E8}">
      <dgm:prSet/>
      <dgm:spPr/>
      <dgm:t>
        <a:bodyPr/>
        <a:lstStyle/>
        <a:p>
          <a:endParaRPr lang="en-US"/>
        </a:p>
      </dgm:t>
    </dgm:pt>
    <dgm:pt modelId="{9502E378-3C2E-422C-8B23-C3DDA9582D4A}" type="sibTrans" cxnId="{7C4FBCA3-BFF8-41AD-B5C3-DB7951F007E8}">
      <dgm:prSet/>
      <dgm:spPr/>
      <dgm:t>
        <a:bodyPr/>
        <a:lstStyle/>
        <a:p>
          <a:endParaRPr lang="en-US"/>
        </a:p>
      </dgm:t>
    </dgm:pt>
    <dgm:pt modelId="{70BD3ACA-9C0F-49F1-B260-6CF53DC671BD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Tiled (T=16)</a:t>
          </a:r>
        </a:p>
      </dgm:t>
    </dgm:pt>
    <dgm:pt modelId="{B792B9C9-5EC8-45C0-8810-F8E075AB355B}" type="parTrans" cxnId="{0A1C5C09-98C8-47D0-8939-2EEE5ED01636}">
      <dgm:prSet/>
      <dgm:spPr/>
    </dgm:pt>
    <dgm:pt modelId="{1D062E5A-CDFE-401E-9E50-4632AFCDDD29}" type="sibTrans" cxnId="{0A1C5C09-98C8-47D0-8939-2EEE5ED01636}">
      <dgm:prSet/>
      <dgm:spPr/>
    </dgm:pt>
    <dgm:pt modelId="{B7FCEC1B-B291-43CD-86ED-E44FCF7AA5A9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Latency: 0.05264 </a:t>
          </a:r>
          <a:r>
            <a:rPr lang="en-US" sz="1400" err="1">
              <a:latin typeface="Calibri Light" panose="020F0302020204030204"/>
            </a:rPr>
            <a:t>ms</a:t>
          </a:r>
        </a:p>
      </dgm:t>
    </dgm:pt>
    <dgm:pt modelId="{574BCC6E-D065-43F2-9008-F5DD9CE8529E}" type="parTrans" cxnId="{8D1B889A-8E91-47AC-AAB9-55745E581C64}">
      <dgm:prSet/>
      <dgm:spPr/>
    </dgm:pt>
    <dgm:pt modelId="{1BB7527D-A905-423D-8246-EC25AE6FEAF9}" type="sibTrans" cxnId="{8D1B889A-8E91-47AC-AAB9-55745E581C64}">
      <dgm:prSet/>
      <dgm:spPr/>
    </dgm:pt>
    <dgm:pt modelId="{0F2D62C1-49C8-4BFF-91ED-966092DB16F0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Throughput: 1,244 MFLOP/s</a:t>
          </a:r>
        </a:p>
      </dgm:t>
    </dgm:pt>
    <dgm:pt modelId="{A325BBB0-9EFD-4188-865F-54FC0DFD6144}" type="parTrans" cxnId="{344E7A1B-5EB4-4FBA-9D6E-28D14DE71AC9}">
      <dgm:prSet/>
      <dgm:spPr/>
    </dgm:pt>
    <dgm:pt modelId="{8D8BB839-8EE9-41E2-9935-B9F42C73ED38}" type="sibTrans" cxnId="{344E7A1B-5EB4-4FBA-9D6E-28D14DE71AC9}">
      <dgm:prSet/>
      <dgm:spPr/>
    </dgm:pt>
    <dgm:pt modelId="{E53D01DE-C54E-4425-AE49-F3B80D7424C3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Speedup: 3.12x</a:t>
          </a:r>
        </a:p>
      </dgm:t>
    </dgm:pt>
    <dgm:pt modelId="{9EFACB62-4B36-49C8-B189-92D4DBA77E1E}" type="parTrans" cxnId="{60BD0A07-7240-4436-B229-E3C43C6666B1}">
      <dgm:prSet/>
      <dgm:spPr/>
    </dgm:pt>
    <dgm:pt modelId="{0F23B99A-1671-430F-8BE9-2C3AA03A4DC2}" type="sibTrans" cxnId="{60BD0A07-7240-4436-B229-E3C43C6666B1}">
      <dgm:prSet/>
      <dgm:spPr/>
    </dgm:pt>
    <dgm:pt modelId="{D8118A1C-005C-4E34-9003-238690048905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Pipelined (T=16)</a:t>
          </a:r>
        </a:p>
      </dgm:t>
    </dgm:pt>
    <dgm:pt modelId="{D421148D-0215-47F9-965F-E3FFFB68FD93}" type="parTrans" cxnId="{0640D6BB-A86C-4B60-9DA2-0FE06D72757C}">
      <dgm:prSet/>
      <dgm:spPr/>
    </dgm:pt>
    <dgm:pt modelId="{30C8D5F7-4B4E-42BE-8667-6208D7BBDF89}" type="sibTrans" cxnId="{0640D6BB-A86C-4B60-9DA2-0FE06D72757C}">
      <dgm:prSet/>
      <dgm:spPr/>
    </dgm:pt>
    <dgm:pt modelId="{9E0090D0-1A17-40B1-B197-01F70435EE14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Latency: 0.05256 </a:t>
          </a:r>
          <a:r>
            <a:rPr lang="en-US" sz="1400" err="1">
              <a:latin typeface="Calibri Light" panose="020F0302020204030204"/>
            </a:rPr>
            <a:t>ms</a:t>
          </a:r>
        </a:p>
      </dgm:t>
    </dgm:pt>
    <dgm:pt modelId="{7B8BB9AC-52EA-412C-BF3C-F918C13812E6}" type="parTrans" cxnId="{A343DE06-48D0-4DC3-8E6E-3FCC79463B42}">
      <dgm:prSet/>
      <dgm:spPr/>
    </dgm:pt>
    <dgm:pt modelId="{6AC2142E-7E34-4858-9003-B4776C617E98}" type="sibTrans" cxnId="{A343DE06-48D0-4DC3-8E6E-3FCC79463B42}">
      <dgm:prSet/>
      <dgm:spPr/>
    </dgm:pt>
    <dgm:pt modelId="{AF7FFFA6-EC20-4266-AF80-C2686CBAE173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Throughput: 1,247 MFLOP/s</a:t>
          </a:r>
        </a:p>
      </dgm:t>
    </dgm:pt>
    <dgm:pt modelId="{37F3DEC9-41E2-4505-BB26-DF215868B250}" type="parTrans" cxnId="{FF0F4AA0-9CEC-4D4D-B52A-C18A9B993593}">
      <dgm:prSet/>
      <dgm:spPr/>
    </dgm:pt>
    <dgm:pt modelId="{5CCF2989-2D6D-49AE-BBCC-CDC90481A191}" type="sibTrans" cxnId="{FF0F4AA0-9CEC-4D4D-B52A-C18A9B993593}">
      <dgm:prSet/>
      <dgm:spPr/>
    </dgm:pt>
    <dgm:pt modelId="{665ECFA5-DE7F-4097-B3E2-8CE6195207F0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Speedup: 3.12x</a:t>
          </a:r>
        </a:p>
      </dgm:t>
    </dgm:pt>
    <dgm:pt modelId="{5C2E5557-EBC9-4129-8E2A-F65D9DB79727}" type="parTrans" cxnId="{96234402-4397-4D85-B45E-8791E17049A5}">
      <dgm:prSet/>
      <dgm:spPr/>
    </dgm:pt>
    <dgm:pt modelId="{638689D1-FA94-441C-A0E1-0AE1785F4982}" type="sibTrans" cxnId="{96234402-4397-4D85-B45E-8791E17049A5}">
      <dgm:prSet/>
      <dgm:spPr/>
    </dgm:pt>
    <dgm:pt modelId="{E2406B92-232D-48AA-B6EC-5BFBE4D9B653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Tiled + Unrolled (T=32)</a:t>
          </a:r>
        </a:p>
      </dgm:t>
    </dgm:pt>
    <dgm:pt modelId="{4C805255-138A-4792-8620-5BFCBAD1215B}" type="parTrans" cxnId="{263483C9-C91C-4CBE-9C00-D09693430ECB}">
      <dgm:prSet/>
      <dgm:spPr/>
    </dgm:pt>
    <dgm:pt modelId="{CE653F94-24C0-495E-9015-E813704C27FB}" type="sibTrans" cxnId="{263483C9-C91C-4CBE-9C00-D09693430ECB}">
      <dgm:prSet/>
      <dgm:spPr/>
    </dgm:pt>
    <dgm:pt modelId="{5EFC041E-B9E0-496F-8D41-80880FBEDA2C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Latency: 0.02060 </a:t>
          </a:r>
          <a:r>
            <a:rPr lang="en-US" sz="1400" err="1">
              <a:latin typeface="Calibri Light" panose="020F0302020204030204"/>
            </a:rPr>
            <a:t>ms</a:t>
          </a:r>
        </a:p>
      </dgm:t>
    </dgm:pt>
    <dgm:pt modelId="{939F33C2-3C04-4649-B01D-1E5683147216}" type="parTrans" cxnId="{2D63E383-0FEA-4922-8968-278799A3CC54}">
      <dgm:prSet/>
      <dgm:spPr/>
    </dgm:pt>
    <dgm:pt modelId="{BF726F50-D182-4A8A-8735-AE0E478E7371}" type="sibTrans" cxnId="{2D63E383-0FEA-4922-8968-278799A3CC54}">
      <dgm:prSet/>
      <dgm:spPr/>
    </dgm:pt>
    <dgm:pt modelId="{9FF3DD6B-1067-437E-891A-680C858590B3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Throughput: 3,180 MFLOP/s</a:t>
          </a:r>
          <a:endParaRPr lang="en-US" sz="1400"/>
        </a:p>
      </dgm:t>
    </dgm:pt>
    <dgm:pt modelId="{D9562C1E-2D11-41BB-9F1B-328245A774C4}" type="parTrans" cxnId="{BF0DC8A1-75DF-4463-843F-92B11AE8B259}">
      <dgm:prSet/>
      <dgm:spPr/>
    </dgm:pt>
    <dgm:pt modelId="{A2CC0E7E-1CDB-493A-A2BC-7B8FAE2CF8E6}" type="sibTrans" cxnId="{BF0DC8A1-75DF-4463-843F-92B11AE8B259}">
      <dgm:prSet/>
      <dgm:spPr/>
    </dgm:pt>
    <dgm:pt modelId="{C4869CE0-D2F2-436C-BA6A-B976B7D22B20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Speedup: 7.96x</a:t>
          </a:r>
        </a:p>
      </dgm:t>
    </dgm:pt>
    <dgm:pt modelId="{A4274C18-C6ED-412D-87A9-E67C82F89927}" type="parTrans" cxnId="{4BDC92A7-9901-49ED-B33A-795C63EEF32A}">
      <dgm:prSet/>
      <dgm:spPr/>
    </dgm:pt>
    <dgm:pt modelId="{7FFAEA66-0AC0-4824-BFA9-8F2E43052D36}" type="sibTrans" cxnId="{4BDC92A7-9901-49ED-B33A-795C63EEF32A}">
      <dgm:prSet/>
      <dgm:spPr/>
    </dgm:pt>
    <dgm:pt modelId="{18A451CC-D5F0-4466-9A1F-F615F6BFE403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Best-performing design</a:t>
          </a:r>
          <a:endParaRPr lang="en-US" sz="1400"/>
        </a:p>
      </dgm:t>
    </dgm:pt>
    <dgm:pt modelId="{C3F21B18-5937-4EAD-930A-A61EA6D531C9}" type="parTrans" cxnId="{11E82357-EFB1-47F4-B265-47F5DB0482D1}">
      <dgm:prSet/>
      <dgm:spPr/>
    </dgm:pt>
    <dgm:pt modelId="{3C4E86D0-21D4-444E-B3FE-6395CA779950}" type="sibTrans" cxnId="{11E82357-EFB1-47F4-B265-47F5DB0482D1}">
      <dgm:prSet/>
      <dgm:spPr/>
    </dgm:pt>
    <dgm:pt modelId="{A8D51F58-FDEF-40C6-9F7A-510C3E2A5D92}" type="pres">
      <dgm:prSet presAssocID="{FA9D966D-B84C-43ED-A828-653F9DFAF982}" presName="diagram" presStyleCnt="0">
        <dgm:presLayoutVars>
          <dgm:dir/>
          <dgm:resizeHandles val="exact"/>
        </dgm:presLayoutVars>
      </dgm:prSet>
      <dgm:spPr/>
    </dgm:pt>
    <dgm:pt modelId="{8FAC4E9E-1CB8-4503-AEB3-6FBECB4AEBCB}" type="pres">
      <dgm:prSet presAssocID="{A5FBF462-18D0-4DF2-9D5E-B65ADBE7915C}" presName="node" presStyleLbl="node1" presStyleIdx="0" presStyleCnt="4">
        <dgm:presLayoutVars>
          <dgm:bulletEnabled val="1"/>
        </dgm:presLayoutVars>
      </dgm:prSet>
      <dgm:spPr/>
    </dgm:pt>
    <dgm:pt modelId="{573DE486-0968-43DE-A74D-5883F0DF0FFF}" type="pres">
      <dgm:prSet presAssocID="{217752DE-4845-47B7-9510-3F2DC08AEAA3}" presName="sibTrans" presStyleCnt="0"/>
      <dgm:spPr/>
    </dgm:pt>
    <dgm:pt modelId="{4F3D1E97-BB13-454A-BD64-28F5BE2FEBC7}" type="pres">
      <dgm:prSet presAssocID="{70BD3ACA-9C0F-49F1-B260-6CF53DC671BD}" presName="node" presStyleLbl="node1" presStyleIdx="1" presStyleCnt="4">
        <dgm:presLayoutVars>
          <dgm:bulletEnabled val="1"/>
        </dgm:presLayoutVars>
      </dgm:prSet>
      <dgm:spPr/>
    </dgm:pt>
    <dgm:pt modelId="{2987E28A-098F-4464-95D0-80F410D49730}" type="pres">
      <dgm:prSet presAssocID="{1D062E5A-CDFE-401E-9E50-4632AFCDDD29}" presName="sibTrans" presStyleCnt="0"/>
      <dgm:spPr/>
    </dgm:pt>
    <dgm:pt modelId="{3D543EF2-8382-46CF-A270-405FFEED2990}" type="pres">
      <dgm:prSet presAssocID="{D8118A1C-005C-4E34-9003-238690048905}" presName="node" presStyleLbl="node1" presStyleIdx="2" presStyleCnt="4">
        <dgm:presLayoutVars>
          <dgm:bulletEnabled val="1"/>
        </dgm:presLayoutVars>
      </dgm:prSet>
      <dgm:spPr/>
    </dgm:pt>
    <dgm:pt modelId="{24E06F89-F27F-4E99-B620-4A03EB399EF5}" type="pres">
      <dgm:prSet presAssocID="{30C8D5F7-4B4E-42BE-8667-6208D7BBDF89}" presName="sibTrans" presStyleCnt="0"/>
      <dgm:spPr/>
    </dgm:pt>
    <dgm:pt modelId="{D8AEC2A5-9AD9-4BE8-A449-29EDDF108F52}" type="pres">
      <dgm:prSet presAssocID="{E2406B92-232D-48AA-B6EC-5BFBE4D9B653}" presName="node" presStyleLbl="node1" presStyleIdx="3" presStyleCnt="4">
        <dgm:presLayoutVars>
          <dgm:bulletEnabled val="1"/>
        </dgm:presLayoutVars>
      </dgm:prSet>
      <dgm:spPr/>
    </dgm:pt>
  </dgm:ptLst>
  <dgm:cxnLst>
    <dgm:cxn modelId="{96234402-4397-4D85-B45E-8791E17049A5}" srcId="{D8118A1C-005C-4E34-9003-238690048905}" destId="{665ECFA5-DE7F-4097-B3E2-8CE6195207F0}" srcOrd="2" destOrd="0" parTransId="{5C2E5557-EBC9-4129-8E2A-F65D9DB79727}" sibTransId="{638689D1-FA94-441C-A0E1-0AE1785F4982}"/>
    <dgm:cxn modelId="{8D2C5F03-EE44-425D-8780-437331135D66}" type="presOf" srcId="{9FF3DD6B-1067-437E-891A-680C858590B3}" destId="{D8AEC2A5-9AD9-4BE8-A449-29EDDF108F52}" srcOrd="0" destOrd="2" presId="urn:microsoft.com/office/officeart/2005/8/layout/default"/>
    <dgm:cxn modelId="{D02D6106-EFE5-49DD-B627-376A9E762A28}" type="presOf" srcId="{5EFC041E-B9E0-496F-8D41-80880FBEDA2C}" destId="{D8AEC2A5-9AD9-4BE8-A449-29EDDF108F52}" srcOrd="0" destOrd="1" presId="urn:microsoft.com/office/officeart/2005/8/layout/default"/>
    <dgm:cxn modelId="{A343DE06-48D0-4DC3-8E6E-3FCC79463B42}" srcId="{D8118A1C-005C-4E34-9003-238690048905}" destId="{9E0090D0-1A17-40B1-B197-01F70435EE14}" srcOrd="0" destOrd="0" parTransId="{7B8BB9AC-52EA-412C-BF3C-F918C13812E6}" sibTransId="{6AC2142E-7E34-4858-9003-B4776C617E98}"/>
    <dgm:cxn modelId="{60BD0A07-7240-4436-B229-E3C43C6666B1}" srcId="{70BD3ACA-9C0F-49F1-B260-6CF53DC671BD}" destId="{E53D01DE-C54E-4425-AE49-F3B80D7424C3}" srcOrd="2" destOrd="0" parTransId="{9EFACB62-4B36-49C8-B189-92D4DBA77E1E}" sibTransId="{0F23B99A-1671-430F-8BE9-2C3AA03A4DC2}"/>
    <dgm:cxn modelId="{0A1C5C09-98C8-47D0-8939-2EEE5ED01636}" srcId="{FA9D966D-B84C-43ED-A828-653F9DFAF982}" destId="{70BD3ACA-9C0F-49F1-B260-6CF53DC671BD}" srcOrd="1" destOrd="0" parTransId="{B792B9C9-5EC8-45C0-8810-F8E075AB355B}" sibTransId="{1D062E5A-CDFE-401E-9E50-4632AFCDDD29}"/>
    <dgm:cxn modelId="{344E7A1B-5EB4-4FBA-9D6E-28D14DE71AC9}" srcId="{70BD3ACA-9C0F-49F1-B260-6CF53DC671BD}" destId="{0F2D62C1-49C8-4BFF-91ED-966092DB16F0}" srcOrd="1" destOrd="0" parTransId="{A325BBB0-9EFD-4188-865F-54FC0DFD6144}" sibTransId="{8D8BB839-8EE9-41E2-9935-B9F42C73ED38}"/>
    <dgm:cxn modelId="{7EC47833-3785-46AF-B086-6B8358C99F40}" srcId="{A5FBF462-18D0-4DF2-9D5E-B65ADBE7915C}" destId="{9BE47183-0D14-4191-8D24-1F59C85E436E}" srcOrd="0" destOrd="0" parTransId="{F8F19E21-D7E1-4224-93E5-D82765B16F57}" sibTransId="{0D7EB2F2-D8C1-41BD-BD62-7703792E8099}"/>
    <dgm:cxn modelId="{6DA87060-1A16-4D40-A31A-DC441314F10B}" type="presOf" srcId="{18A451CC-D5F0-4466-9A1F-F615F6BFE403}" destId="{D8AEC2A5-9AD9-4BE8-A449-29EDDF108F52}" srcOrd="0" destOrd="4" presId="urn:microsoft.com/office/officeart/2005/8/layout/default"/>
    <dgm:cxn modelId="{FF7FBA41-0BA5-4525-BDFC-80BB459DD008}" type="presOf" srcId="{665ECFA5-DE7F-4097-B3E2-8CE6195207F0}" destId="{3D543EF2-8382-46CF-A270-405FFEED2990}" srcOrd="0" destOrd="3" presId="urn:microsoft.com/office/officeart/2005/8/layout/default"/>
    <dgm:cxn modelId="{07474642-4795-4A5F-8EB8-475E8563C521}" srcId="{A5FBF462-18D0-4DF2-9D5E-B65ADBE7915C}" destId="{8335A180-0393-4198-9C96-40DC4F9FC7C6}" srcOrd="1" destOrd="0" parTransId="{8F7E88C0-FA76-449F-8C23-FF68633106D9}" sibTransId="{6D140DD1-F35F-409E-91C5-9C517E786540}"/>
    <dgm:cxn modelId="{43256962-93CB-46A3-9516-0CCF4484EE05}" type="presOf" srcId="{D8118A1C-005C-4E34-9003-238690048905}" destId="{3D543EF2-8382-46CF-A270-405FFEED2990}" srcOrd="0" destOrd="0" presId="urn:microsoft.com/office/officeart/2005/8/layout/default"/>
    <dgm:cxn modelId="{061C9542-9E7F-4B0E-AE92-BF459295922A}" type="presOf" srcId="{C4869CE0-D2F2-436C-BA6A-B976B7D22B20}" destId="{D8AEC2A5-9AD9-4BE8-A449-29EDDF108F52}" srcOrd="0" destOrd="3" presId="urn:microsoft.com/office/officeart/2005/8/layout/default"/>
    <dgm:cxn modelId="{796B3C49-73F6-4F87-8688-E8FB5A3E81EE}" type="presOf" srcId="{8335A180-0393-4198-9C96-40DC4F9FC7C6}" destId="{8FAC4E9E-1CB8-4503-AEB3-6FBECB4AEBCB}" srcOrd="0" destOrd="2" presId="urn:microsoft.com/office/officeart/2005/8/layout/default"/>
    <dgm:cxn modelId="{11E82357-EFB1-47F4-B265-47F5DB0482D1}" srcId="{E2406B92-232D-48AA-B6EC-5BFBE4D9B653}" destId="{18A451CC-D5F0-4466-9A1F-F615F6BFE403}" srcOrd="3" destOrd="0" parTransId="{C3F21B18-5937-4EAD-930A-A61EA6D531C9}" sibTransId="{3C4E86D0-21D4-444E-B3FE-6395CA779950}"/>
    <dgm:cxn modelId="{09F60782-5852-40F2-AF28-4715B6DAB09D}" type="presOf" srcId="{A5FBF462-18D0-4DF2-9D5E-B65ADBE7915C}" destId="{8FAC4E9E-1CB8-4503-AEB3-6FBECB4AEBCB}" srcOrd="0" destOrd="0" presId="urn:microsoft.com/office/officeart/2005/8/layout/default"/>
    <dgm:cxn modelId="{2D63E383-0FEA-4922-8968-278799A3CC54}" srcId="{E2406B92-232D-48AA-B6EC-5BFBE4D9B653}" destId="{5EFC041E-B9E0-496F-8D41-80880FBEDA2C}" srcOrd="0" destOrd="0" parTransId="{939F33C2-3C04-4649-B01D-1E5683147216}" sibTransId="{BF726F50-D182-4A8A-8735-AE0E478E7371}"/>
    <dgm:cxn modelId="{DA05C988-B3FE-481A-A148-393FF57B5D69}" type="presOf" srcId="{E53D01DE-C54E-4425-AE49-F3B80D7424C3}" destId="{4F3D1E97-BB13-454A-BD64-28F5BE2FEBC7}" srcOrd="0" destOrd="3" presId="urn:microsoft.com/office/officeart/2005/8/layout/default"/>
    <dgm:cxn modelId="{50C34B99-9180-4E78-AF3D-5249378ABFEA}" type="presOf" srcId="{B7FCEC1B-B291-43CD-86ED-E44FCF7AA5A9}" destId="{4F3D1E97-BB13-454A-BD64-28F5BE2FEBC7}" srcOrd="0" destOrd="1" presId="urn:microsoft.com/office/officeart/2005/8/layout/default"/>
    <dgm:cxn modelId="{8D1B889A-8E91-47AC-AAB9-55745E581C64}" srcId="{70BD3ACA-9C0F-49F1-B260-6CF53DC671BD}" destId="{B7FCEC1B-B291-43CD-86ED-E44FCF7AA5A9}" srcOrd="0" destOrd="0" parTransId="{574BCC6E-D065-43F2-9008-F5DD9CE8529E}" sibTransId="{1BB7527D-A905-423D-8246-EC25AE6FEAF9}"/>
    <dgm:cxn modelId="{FF0F4AA0-9CEC-4D4D-B52A-C18A9B993593}" srcId="{D8118A1C-005C-4E34-9003-238690048905}" destId="{AF7FFFA6-EC20-4266-AF80-C2686CBAE173}" srcOrd="1" destOrd="0" parTransId="{37F3DEC9-41E2-4505-BB26-DF215868B250}" sibTransId="{5CCF2989-2D6D-49AE-BBCC-CDC90481A191}"/>
    <dgm:cxn modelId="{BF0DC8A1-75DF-4463-843F-92B11AE8B259}" srcId="{E2406B92-232D-48AA-B6EC-5BFBE4D9B653}" destId="{9FF3DD6B-1067-437E-891A-680C858590B3}" srcOrd="1" destOrd="0" parTransId="{D9562C1E-2D11-41BB-9F1B-328245A774C4}" sibTransId="{A2CC0E7E-1CDB-493A-A2BC-7B8FAE2CF8E6}"/>
    <dgm:cxn modelId="{7C4FBCA3-BFF8-41AD-B5C3-DB7951F007E8}" srcId="{A5FBF462-18D0-4DF2-9D5E-B65ADBE7915C}" destId="{3EFC1A6A-AC5D-4138-B3AC-8CDC23D87094}" srcOrd="2" destOrd="0" parTransId="{CF38DD28-139A-4854-B544-46F0275558DC}" sibTransId="{9502E378-3C2E-422C-8B23-C3DDA9582D4A}"/>
    <dgm:cxn modelId="{4BDC92A7-9901-49ED-B33A-795C63EEF32A}" srcId="{E2406B92-232D-48AA-B6EC-5BFBE4D9B653}" destId="{C4869CE0-D2F2-436C-BA6A-B976B7D22B20}" srcOrd="2" destOrd="0" parTransId="{A4274C18-C6ED-412D-87A9-E67C82F89927}" sibTransId="{7FFAEA66-0AC0-4824-BFA9-8F2E43052D36}"/>
    <dgm:cxn modelId="{7BE709B0-34BC-4D64-8620-C8C5B8755C22}" type="presOf" srcId="{0F2D62C1-49C8-4BFF-91ED-966092DB16F0}" destId="{4F3D1E97-BB13-454A-BD64-28F5BE2FEBC7}" srcOrd="0" destOrd="2" presId="urn:microsoft.com/office/officeart/2005/8/layout/default"/>
    <dgm:cxn modelId="{0640D6BB-A86C-4B60-9DA2-0FE06D72757C}" srcId="{FA9D966D-B84C-43ED-A828-653F9DFAF982}" destId="{D8118A1C-005C-4E34-9003-238690048905}" srcOrd="2" destOrd="0" parTransId="{D421148D-0215-47F9-965F-E3FFFB68FD93}" sibTransId="{30C8D5F7-4B4E-42BE-8667-6208D7BBDF89}"/>
    <dgm:cxn modelId="{0F4404C4-4F17-428F-98CF-A2487A171CFC}" srcId="{FA9D966D-B84C-43ED-A828-653F9DFAF982}" destId="{A5FBF462-18D0-4DF2-9D5E-B65ADBE7915C}" srcOrd="0" destOrd="0" parTransId="{1511DEDF-54F7-4931-B7ED-441FC86A48F6}" sibTransId="{217752DE-4845-47B7-9510-3F2DC08AEAA3}"/>
    <dgm:cxn modelId="{263483C9-C91C-4CBE-9C00-D09693430ECB}" srcId="{FA9D966D-B84C-43ED-A828-653F9DFAF982}" destId="{E2406B92-232D-48AA-B6EC-5BFBE4D9B653}" srcOrd="3" destOrd="0" parTransId="{4C805255-138A-4792-8620-5BFCBAD1215B}" sibTransId="{CE653F94-24C0-495E-9015-E813704C27FB}"/>
    <dgm:cxn modelId="{B76B67CA-8F97-4180-8350-F117879F474D}" type="presOf" srcId="{70BD3ACA-9C0F-49F1-B260-6CF53DC671BD}" destId="{4F3D1E97-BB13-454A-BD64-28F5BE2FEBC7}" srcOrd="0" destOrd="0" presId="urn:microsoft.com/office/officeart/2005/8/layout/default"/>
    <dgm:cxn modelId="{02DD05CD-F6B0-4BA0-855F-BCC13CF592D1}" type="presOf" srcId="{FA9D966D-B84C-43ED-A828-653F9DFAF982}" destId="{A8D51F58-FDEF-40C6-9F7A-510C3E2A5D92}" srcOrd="0" destOrd="0" presId="urn:microsoft.com/office/officeart/2005/8/layout/default"/>
    <dgm:cxn modelId="{55ACCED5-5401-4BCE-9235-FF65C00C8809}" type="presOf" srcId="{AF7FFFA6-EC20-4266-AF80-C2686CBAE173}" destId="{3D543EF2-8382-46CF-A270-405FFEED2990}" srcOrd="0" destOrd="2" presId="urn:microsoft.com/office/officeart/2005/8/layout/default"/>
    <dgm:cxn modelId="{930925E6-B805-444E-BAA3-94175A20E886}" type="presOf" srcId="{3EFC1A6A-AC5D-4138-B3AC-8CDC23D87094}" destId="{8FAC4E9E-1CB8-4503-AEB3-6FBECB4AEBCB}" srcOrd="0" destOrd="3" presId="urn:microsoft.com/office/officeart/2005/8/layout/default"/>
    <dgm:cxn modelId="{C432B6EA-26D7-43DC-9164-1BEA8B8F2042}" type="presOf" srcId="{E2406B92-232D-48AA-B6EC-5BFBE4D9B653}" destId="{D8AEC2A5-9AD9-4BE8-A449-29EDDF108F52}" srcOrd="0" destOrd="0" presId="urn:microsoft.com/office/officeart/2005/8/layout/default"/>
    <dgm:cxn modelId="{2AB418FD-7AD7-461C-96BC-F09D42283F16}" type="presOf" srcId="{9BE47183-0D14-4191-8D24-1F59C85E436E}" destId="{8FAC4E9E-1CB8-4503-AEB3-6FBECB4AEBCB}" srcOrd="0" destOrd="1" presId="urn:microsoft.com/office/officeart/2005/8/layout/default"/>
    <dgm:cxn modelId="{EA4B64FE-6E4C-4BCC-AD0E-AE9BCD949EE2}" type="presOf" srcId="{9E0090D0-1A17-40B1-B197-01F70435EE14}" destId="{3D543EF2-8382-46CF-A270-405FFEED2990}" srcOrd="0" destOrd="1" presId="urn:microsoft.com/office/officeart/2005/8/layout/default"/>
    <dgm:cxn modelId="{7F7B0106-C2F6-46AD-9343-CD71BFAD6756}" type="presParOf" srcId="{A8D51F58-FDEF-40C6-9F7A-510C3E2A5D92}" destId="{8FAC4E9E-1CB8-4503-AEB3-6FBECB4AEBCB}" srcOrd="0" destOrd="0" presId="urn:microsoft.com/office/officeart/2005/8/layout/default"/>
    <dgm:cxn modelId="{FF20A9A1-8EE7-4B77-9843-297C6D28F2CA}" type="presParOf" srcId="{A8D51F58-FDEF-40C6-9F7A-510C3E2A5D92}" destId="{573DE486-0968-43DE-A74D-5883F0DF0FFF}" srcOrd="1" destOrd="0" presId="urn:microsoft.com/office/officeart/2005/8/layout/default"/>
    <dgm:cxn modelId="{1F97D726-B77D-4CBF-A2D2-B0E9826D1AF2}" type="presParOf" srcId="{A8D51F58-FDEF-40C6-9F7A-510C3E2A5D92}" destId="{4F3D1E97-BB13-454A-BD64-28F5BE2FEBC7}" srcOrd="2" destOrd="0" presId="urn:microsoft.com/office/officeart/2005/8/layout/default"/>
    <dgm:cxn modelId="{547A75F6-91BE-4713-9AAB-88027B2AFC4F}" type="presParOf" srcId="{A8D51F58-FDEF-40C6-9F7A-510C3E2A5D92}" destId="{2987E28A-098F-4464-95D0-80F410D49730}" srcOrd="3" destOrd="0" presId="urn:microsoft.com/office/officeart/2005/8/layout/default"/>
    <dgm:cxn modelId="{3DF7DEE3-CF16-4279-B912-847E6C52CB34}" type="presParOf" srcId="{A8D51F58-FDEF-40C6-9F7A-510C3E2A5D92}" destId="{3D543EF2-8382-46CF-A270-405FFEED2990}" srcOrd="4" destOrd="0" presId="urn:microsoft.com/office/officeart/2005/8/layout/default"/>
    <dgm:cxn modelId="{A532AA19-2BAA-4807-A189-33B034B15202}" type="presParOf" srcId="{A8D51F58-FDEF-40C6-9F7A-510C3E2A5D92}" destId="{24E06F89-F27F-4E99-B620-4A03EB399EF5}" srcOrd="5" destOrd="0" presId="urn:microsoft.com/office/officeart/2005/8/layout/default"/>
    <dgm:cxn modelId="{F0E93D28-06DA-4868-A1E5-349A64C681CA}" type="presParOf" srcId="{A8D51F58-FDEF-40C6-9F7A-510C3E2A5D92}" destId="{D8AEC2A5-9AD9-4BE8-A449-29EDDF108F5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A9D966D-B84C-43ED-A828-653F9DFAF982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5FBF462-18D0-4DF2-9D5E-B65ADBE7915C}">
      <dgm:prSet phldrT="[Text]" phldr="0"/>
      <dgm:spPr/>
      <dgm:t>
        <a:bodyPr/>
        <a:lstStyle/>
        <a:p>
          <a:r>
            <a:rPr lang="en-US">
              <a:latin typeface="Calibri Light" panose="020F0302020204030204"/>
            </a:rPr>
            <a:t>Baseline</a:t>
          </a:r>
          <a:endParaRPr lang="en-US"/>
        </a:p>
      </dgm:t>
    </dgm:pt>
    <dgm:pt modelId="{1511DEDF-54F7-4931-B7ED-441FC86A48F6}" type="parTrans" cxnId="{0F4404C4-4F17-428F-98CF-A2487A171CFC}">
      <dgm:prSet/>
      <dgm:spPr/>
      <dgm:t>
        <a:bodyPr/>
        <a:lstStyle/>
        <a:p>
          <a:endParaRPr lang="en-US"/>
        </a:p>
      </dgm:t>
    </dgm:pt>
    <dgm:pt modelId="{217752DE-4845-47B7-9510-3F2DC08AEAA3}" type="sibTrans" cxnId="{0F4404C4-4F17-428F-98CF-A2487A171CFC}">
      <dgm:prSet/>
      <dgm:spPr/>
      <dgm:t>
        <a:bodyPr/>
        <a:lstStyle/>
        <a:p>
          <a:endParaRPr lang="en-US"/>
        </a:p>
      </dgm:t>
    </dgm:pt>
    <dgm:pt modelId="{9BE47183-0D14-4191-8D24-1F59C85E436E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Minimal LUT/FF usage</a:t>
          </a:r>
          <a:endParaRPr lang="en-US" sz="1400"/>
        </a:p>
      </dgm:t>
    </dgm:pt>
    <dgm:pt modelId="{F8F19E21-D7E1-4224-93E5-D82765B16F57}" type="parTrans" cxnId="{7EC47833-3785-46AF-B086-6B8358C99F40}">
      <dgm:prSet/>
      <dgm:spPr/>
      <dgm:t>
        <a:bodyPr/>
        <a:lstStyle/>
        <a:p>
          <a:endParaRPr lang="en-US"/>
        </a:p>
      </dgm:t>
    </dgm:pt>
    <dgm:pt modelId="{0D7EB2F2-D8C1-41BD-BD62-7703792E8099}" type="sibTrans" cxnId="{7EC47833-3785-46AF-B086-6B8358C99F40}">
      <dgm:prSet/>
      <dgm:spPr/>
      <dgm:t>
        <a:bodyPr/>
        <a:lstStyle/>
        <a:p>
          <a:endParaRPr lang="en-US"/>
        </a:p>
      </dgm:t>
    </dgm:pt>
    <dgm:pt modelId="{8335A180-0393-4198-9C96-40DC4F9FC7C6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6 DSPs</a:t>
          </a:r>
          <a:endParaRPr lang="en-US" sz="1400"/>
        </a:p>
      </dgm:t>
    </dgm:pt>
    <dgm:pt modelId="{8F7E88C0-FA76-449F-8C23-FF68633106D9}" type="parTrans" cxnId="{07474642-4795-4A5F-8EB8-475E8563C521}">
      <dgm:prSet/>
      <dgm:spPr/>
      <dgm:t>
        <a:bodyPr/>
        <a:lstStyle/>
        <a:p>
          <a:endParaRPr lang="en-US"/>
        </a:p>
      </dgm:t>
    </dgm:pt>
    <dgm:pt modelId="{6D140DD1-F35F-409E-91C5-9C517E786540}" type="sibTrans" cxnId="{07474642-4795-4A5F-8EB8-475E8563C521}">
      <dgm:prSet/>
      <dgm:spPr/>
      <dgm:t>
        <a:bodyPr/>
        <a:lstStyle/>
        <a:p>
          <a:endParaRPr lang="en-US"/>
        </a:p>
      </dgm:t>
    </dgm:pt>
    <dgm:pt modelId="{3EFC1A6A-AC5D-4138-B3AC-8CDC23D87094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0 BRAM</a:t>
          </a:r>
          <a:endParaRPr lang="en-US" sz="1400"/>
        </a:p>
      </dgm:t>
    </dgm:pt>
    <dgm:pt modelId="{CF38DD28-139A-4854-B544-46F0275558DC}" type="parTrans" cxnId="{7C4FBCA3-BFF8-41AD-B5C3-DB7951F007E8}">
      <dgm:prSet/>
      <dgm:spPr/>
      <dgm:t>
        <a:bodyPr/>
        <a:lstStyle/>
        <a:p>
          <a:endParaRPr lang="en-US"/>
        </a:p>
      </dgm:t>
    </dgm:pt>
    <dgm:pt modelId="{9502E378-3C2E-422C-8B23-C3DDA9582D4A}" type="sibTrans" cxnId="{7C4FBCA3-BFF8-41AD-B5C3-DB7951F007E8}">
      <dgm:prSet/>
      <dgm:spPr/>
      <dgm:t>
        <a:bodyPr/>
        <a:lstStyle/>
        <a:p>
          <a:endParaRPr lang="en-US"/>
        </a:p>
      </dgm:t>
    </dgm:pt>
    <dgm:pt modelId="{F756A989-A09C-4AB0-8CE6-2590509C24E3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Tiled (T=16)</a:t>
          </a:r>
        </a:p>
      </dgm:t>
    </dgm:pt>
    <dgm:pt modelId="{E9E00E8C-4E76-4A28-8B28-5BD0A1A81571}" type="parTrans" cxnId="{54FCFCCB-E545-4D59-8632-6580D9B8816D}">
      <dgm:prSet/>
      <dgm:spPr/>
    </dgm:pt>
    <dgm:pt modelId="{3128F8B0-F341-4A9C-A251-3E311A730C4D}" type="sibTrans" cxnId="{54FCFCCB-E545-4D59-8632-6580D9B8816D}">
      <dgm:prSet/>
      <dgm:spPr/>
    </dgm:pt>
    <dgm:pt modelId="{795B20FC-75EF-441A-81DC-7A8BD36CB131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48 DSPs</a:t>
          </a:r>
        </a:p>
      </dgm:t>
    </dgm:pt>
    <dgm:pt modelId="{EC8627CE-0074-441F-A287-AEE214D7903D}" type="parTrans" cxnId="{4383D3C6-AD33-4877-AE39-689E5500AC65}">
      <dgm:prSet/>
      <dgm:spPr/>
    </dgm:pt>
    <dgm:pt modelId="{1073DF66-BFED-49B1-8861-8F3CAC26FE53}" type="sibTrans" cxnId="{4383D3C6-AD33-4877-AE39-689E5500AC65}">
      <dgm:prSet/>
      <dgm:spPr/>
    </dgm:pt>
    <dgm:pt modelId="{D1B14936-FF29-4F01-B194-C065A8046032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0 BRAM</a:t>
          </a:r>
        </a:p>
      </dgm:t>
    </dgm:pt>
    <dgm:pt modelId="{53155D41-9096-4103-9470-0DE7ECB64952}" type="parTrans" cxnId="{2E50EF54-75B3-45BE-AF05-2D5ECFA32106}">
      <dgm:prSet/>
      <dgm:spPr/>
    </dgm:pt>
    <dgm:pt modelId="{82168ED7-70E9-4A99-9110-8D33C6FAA5B3}" type="sibTrans" cxnId="{2E50EF54-75B3-45BE-AF05-2D5ECFA32106}">
      <dgm:prSet/>
      <dgm:spPr/>
    </dgm:pt>
    <dgm:pt modelId="{02F19EEA-786B-4B5E-9E75-3C16514A9CFB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Moderate LUT/FF growth</a:t>
          </a:r>
          <a:endParaRPr lang="en-US" sz="1400"/>
        </a:p>
      </dgm:t>
    </dgm:pt>
    <dgm:pt modelId="{6314636F-1339-451C-BF25-BB3423595D36}" type="parTrans" cxnId="{600D91D3-30B3-4282-9D6C-7EE74AB5023F}">
      <dgm:prSet/>
      <dgm:spPr/>
    </dgm:pt>
    <dgm:pt modelId="{FCCCCF58-D4D8-45FF-B2B9-18AF5712DA69}" type="sibTrans" cxnId="{600D91D3-30B3-4282-9D6C-7EE74AB5023F}">
      <dgm:prSet/>
      <dgm:spPr/>
    </dgm:pt>
    <dgm:pt modelId="{FA54B006-216E-4829-97AF-93BD80673F26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Tiled + Pipelined</a:t>
          </a:r>
        </a:p>
      </dgm:t>
    </dgm:pt>
    <dgm:pt modelId="{91794402-8118-41A1-B0DB-A2A27DF0B3AF}" type="parTrans" cxnId="{8446C50D-0069-4B90-9B89-3E336798A288}">
      <dgm:prSet/>
      <dgm:spPr/>
    </dgm:pt>
    <dgm:pt modelId="{9F02A5BB-483B-400A-88BD-BFEA227CE9CD}" type="sibTrans" cxnId="{8446C50D-0069-4B90-9B89-3E336798A288}">
      <dgm:prSet/>
      <dgm:spPr/>
    </dgm:pt>
    <dgm:pt modelId="{BD126DB1-5F27-4C35-AF15-BE07456497AA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Similar to Tiled</a:t>
          </a:r>
        </a:p>
      </dgm:t>
    </dgm:pt>
    <dgm:pt modelId="{4D77991F-EBEC-40AD-81B7-ABBB206A01DC}" type="parTrans" cxnId="{3C5B920C-A21A-4B58-AFCC-50651AF632FA}">
      <dgm:prSet/>
      <dgm:spPr/>
    </dgm:pt>
    <dgm:pt modelId="{674B5AB1-CB5A-41CE-9750-C31CED565A4B}" type="sibTrans" cxnId="{3C5B920C-A21A-4B58-AFCC-50651AF632FA}">
      <dgm:prSet/>
      <dgm:spPr/>
    </dgm:pt>
    <dgm:pt modelId="{9F1F1C0F-2F08-4F2B-AAC2-A17F98955F7B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Tiled + Unrolled</a:t>
          </a:r>
        </a:p>
      </dgm:t>
    </dgm:pt>
    <dgm:pt modelId="{DE3AD5F2-717C-4745-A64C-2839CC5C7FE3}" type="parTrans" cxnId="{998685F5-F33B-4E6D-A754-2F71B723110E}">
      <dgm:prSet/>
      <dgm:spPr/>
    </dgm:pt>
    <dgm:pt modelId="{ABE3B079-9A2E-4C6B-A4D5-BBA0C296DD6F}" type="sibTrans" cxnId="{998685F5-F33B-4E6D-A754-2F71B723110E}">
      <dgm:prSet/>
      <dgm:spPr/>
    </dgm:pt>
    <dgm:pt modelId="{3E999C00-161D-4D6B-BF0F-353DD1E19E39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Small overhead for pipeline registers</a:t>
          </a:r>
          <a:endParaRPr lang="en-US" sz="1400"/>
        </a:p>
      </dgm:t>
    </dgm:pt>
    <dgm:pt modelId="{2083FE5F-DB77-412E-A418-C6BB231FE2D6}" type="parTrans" cxnId="{8A44812F-EE37-4FAE-AA2C-C80FE0E17A3A}">
      <dgm:prSet/>
      <dgm:spPr/>
    </dgm:pt>
    <dgm:pt modelId="{9F2A6C16-C48A-421F-8AD0-43EEA24818A7}" type="sibTrans" cxnId="{8A44812F-EE37-4FAE-AA2C-C80FE0E17A3A}">
      <dgm:prSet/>
      <dgm:spPr/>
    </dgm:pt>
    <dgm:pt modelId="{83087980-E1CC-4A33-9D2B-DF66D5464EE3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LUTs: 12,686</a:t>
          </a:r>
        </a:p>
      </dgm:t>
    </dgm:pt>
    <dgm:pt modelId="{77839434-1EA3-477D-B2AD-0EF9FBB01BB0}" type="parTrans" cxnId="{A29CC212-396A-4396-AB55-B08969339B30}">
      <dgm:prSet/>
      <dgm:spPr/>
    </dgm:pt>
    <dgm:pt modelId="{170976FF-3634-4008-B6DD-4DBC1A646286}" type="sibTrans" cxnId="{A29CC212-396A-4396-AB55-B08969339B30}">
      <dgm:prSet/>
      <dgm:spPr/>
    </dgm:pt>
    <dgm:pt modelId="{5390F054-B164-473E-9DCC-12A8405F0FAB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FFs: 75,126</a:t>
          </a:r>
        </a:p>
      </dgm:t>
    </dgm:pt>
    <dgm:pt modelId="{119AC580-C3BF-482A-8629-BB8C2E157B8C}" type="parTrans" cxnId="{84BCA34A-0942-46EF-9DDA-94C63D53F069}">
      <dgm:prSet/>
      <dgm:spPr/>
    </dgm:pt>
    <dgm:pt modelId="{9A51203B-2A74-496B-A5BF-21099B3F3101}" type="sibTrans" cxnId="{84BCA34A-0942-46EF-9DDA-94C63D53F069}">
      <dgm:prSet/>
      <dgm:spPr/>
    </dgm:pt>
    <dgm:pt modelId="{5417CF4D-E22F-4B43-AFCE-ECA1DFFCFFAF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DSPs: 96</a:t>
          </a:r>
        </a:p>
      </dgm:t>
    </dgm:pt>
    <dgm:pt modelId="{8449742C-48CF-42BD-A82A-6429D180D0F7}" type="parTrans" cxnId="{BE981118-CEBC-4080-AB14-965942AA6BA0}">
      <dgm:prSet/>
      <dgm:spPr/>
    </dgm:pt>
    <dgm:pt modelId="{A24A02A5-0BDE-4AC6-AC07-7DD7FBD46F25}" type="sibTrans" cxnId="{BE981118-CEBC-4080-AB14-965942AA6BA0}">
      <dgm:prSet/>
      <dgm:spPr/>
    </dgm:pt>
    <dgm:pt modelId="{E233C823-A5E7-4682-AC12-A8B2F1AE4CEC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BRAM: 64</a:t>
          </a:r>
          <a:endParaRPr lang="en-US" sz="1400"/>
        </a:p>
      </dgm:t>
    </dgm:pt>
    <dgm:pt modelId="{496A5EFE-C332-4AE8-A4A7-B19DAFEB225A}" type="parTrans" cxnId="{AD94DEB0-194A-4E39-984B-065039282BF9}">
      <dgm:prSet/>
      <dgm:spPr/>
    </dgm:pt>
    <dgm:pt modelId="{A9C977B4-23A4-462D-A2F3-D5582F2678DD}" type="sibTrans" cxnId="{AD94DEB0-194A-4E39-984B-065039282BF9}">
      <dgm:prSet/>
      <dgm:spPr/>
    </dgm:pt>
    <dgm:pt modelId="{A8D51F58-FDEF-40C6-9F7A-510C3E2A5D92}" type="pres">
      <dgm:prSet presAssocID="{FA9D966D-B84C-43ED-A828-653F9DFAF982}" presName="diagram" presStyleCnt="0">
        <dgm:presLayoutVars>
          <dgm:dir/>
          <dgm:resizeHandles val="exact"/>
        </dgm:presLayoutVars>
      </dgm:prSet>
      <dgm:spPr/>
    </dgm:pt>
    <dgm:pt modelId="{8FAC4E9E-1CB8-4503-AEB3-6FBECB4AEBCB}" type="pres">
      <dgm:prSet presAssocID="{A5FBF462-18D0-4DF2-9D5E-B65ADBE7915C}" presName="node" presStyleLbl="node1" presStyleIdx="0" presStyleCnt="4">
        <dgm:presLayoutVars>
          <dgm:bulletEnabled val="1"/>
        </dgm:presLayoutVars>
      </dgm:prSet>
      <dgm:spPr/>
    </dgm:pt>
    <dgm:pt modelId="{573DE486-0968-43DE-A74D-5883F0DF0FFF}" type="pres">
      <dgm:prSet presAssocID="{217752DE-4845-47B7-9510-3F2DC08AEAA3}" presName="sibTrans" presStyleCnt="0"/>
      <dgm:spPr/>
    </dgm:pt>
    <dgm:pt modelId="{A44AE4A7-2FF9-4F6C-A23E-CBD9114F799D}" type="pres">
      <dgm:prSet presAssocID="{F756A989-A09C-4AB0-8CE6-2590509C24E3}" presName="node" presStyleLbl="node1" presStyleIdx="1" presStyleCnt="4">
        <dgm:presLayoutVars>
          <dgm:bulletEnabled val="1"/>
        </dgm:presLayoutVars>
      </dgm:prSet>
      <dgm:spPr/>
    </dgm:pt>
    <dgm:pt modelId="{DA920373-8AAC-40BF-9590-5A0C72E839B2}" type="pres">
      <dgm:prSet presAssocID="{3128F8B0-F341-4A9C-A251-3E311A730C4D}" presName="sibTrans" presStyleCnt="0"/>
      <dgm:spPr/>
    </dgm:pt>
    <dgm:pt modelId="{27AABCC1-020B-4C0A-BC89-87662685D178}" type="pres">
      <dgm:prSet presAssocID="{FA54B006-216E-4829-97AF-93BD80673F26}" presName="node" presStyleLbl="node1" presStyleIdx="2" presStyleCnt="4">
        <dgm:presLayoutVars>
          <dgm:bulletEnabled val="1"/>
        </dgm:presLayoutVars>
      </dgm:prSet>
      <dgm:spPr/>
    </dgm:pt>
    <dgm:pt modelId="{C0BE56AA-8913-4EA8-973F-92685BCE2285}" type="pres">
      <dgm:prSet presAssocID="{9F02A5BB-483B-400A-88BD-BFEA227CE9CD}" presName="sibTrans" presStyleCnt="0"/>
      <dgm:spPr/>
    </dgm:pt>
    <dgm:pt modelId="{EE897CA4-A47C-4C61-8635-6AB17699B505}" type="pres">
      <dgm:prSet presAssocID="{9F1F1C0F-2F08-4F2B-AAC2-A17F98955F7B}" presName="node" presStyleLbl="node1" presStyleIdx="3" presStyleCnt="4">
        <dgm:presLayoutVars>
          <dgm:bulletEnabled val="1"/>
        </dgm:presLayoutVars>
      </dgm:prSet>
      <dgm:spPr/>
    </dgm:pt>
  </dgm:ptLst>
  <dgm:cxnLst>
    <dgm:cxn modelId="{1B1ABC04-E726-4438-99D6-94C85D9E69A7}" type="presOf" srcId="{5390F054-B164-473E-9DCC-12A8405F0FAB}" destId="{EE897CA4-A47C-4C61-8635-6AB17699B505}" srcOrd="0" destOrd="2" presId="urn:microsoft.com/office/officeart/2005/8/layout/default"/>
    <dgm:cxn modelId="{3C5B920C-A21A-4B58-AFCC-50651AF632FA}" srcId="{FA54B006-216E-4829-97AF-93BD80673F26}" destId="{BD126DB1-5F27-4C35-AF15-BE07456497AA}" srcOrd="0" destOrd="0" parTransId="{4D77991F-EBEC-40AD-81B7-ABBB206A01DC}" sibTransId="{674B5AB1-CB5A-41CE-9750-C31CED565A4B}"/>
    <dgm:cxn modelId="{8446C50D-0069-4B90-9B89-3E336798A288}" srcId="{FA9D966D-B84C-43ED-A828-653F9DFAF982}" destId="{FA54B006-216E-4829-97AF-93BD80673F26}" srcOrd="2" destOrd="0" parTransId="{91794402-8118-41A1-B0DB-A2A27DF0B3AF}" sibTransId="{9F02A5BB-483B-400A-88BD-BFEA227CE9CD}"/>
    <dgm:cxn modelId="{A29CC212-396A-4396-AB55-B08969339B30}" srcId="{9F1F1C0F-2F08-4F2B-AAC2-A17F98955F7B}" destId="{83087980-E1CC-4A33-9D2B-DF66D5464EE3}" srcOrd="0" destOrd="0" parTransId="{77839434-1EA3-477D-B2AD-0EF9FBB01BB0}" sibTransId="{170976FF-3634-4008-B6DD-4DBC1A646286}"/>
    <dgm:cxn modelId="{BE981118-CEBC-4080-AB14-965942AA6BA0}" srcId="{9F1F1C0F-2F08-4F2B-AAC2-A17F98955F7B}" destId="{5417CF4D-E22F-4B43-AFCE-ECA1DFFCFFAF}" srcOrd="2" destOrd="0" parTransId="{8449742C-48CF-42BD-A82A-6429D180D0F7}" sibTransId="{A24A02A5-0BDE-4AC6-AC07-7DD7FBD46F25}"/>
    <dgm:cxn modelId="{877FF82A-64CE-4B0D-929C-A8956ECAADC8}" type="presOf" srcId="{9F1F1C0F-2F08-4F2B-AAC2-A17F98955F7B}" destId="{EE897CA4-A47C-4C61-8635-6AB17699B505}" srcOrd="0" destOrd="0" presId="urn:microsoft.com/office/officeart/2005/8/layout/default"/>
    <dgm:cxn modelId="{8A44812F-EE37-4FAE-AA2C-C80FE0E17A3A}" srcId="{FA54B006-216E-4829-97AF-93BD80673F26}" destId="{3E999C00-161D-4D6B-BF0F-353DD1E19E39}" srcOrd="1" destOrd="0" parTransId="{2083FE5F-DB77-412E-A418-C6BB231FE2D6}" sibTransId="{9F2A6C16-C48A-421F-8AD0-43EEA24818A7}"/>
    <dgm:cxn modelId="{46D79230-053E-4AF0-A40D-07FE2AE66247}" type="presOf" srcId="{A5FBF462-18D0-4DF2-9D5E-B65ADBE7915C}" destId="{8FAC4E9E-1CB8-4503-AEB3-6FBECB4AEBCB}" srcOrd="0" destOrd="0" presId="urn:microsoft.com/office/officeart/2005/8/layout/default"/>
    <dgm:cxn modelId="{7EC47833-3785-46AF-B086-6B8358C99F40}" srcId="{A5FBF462-18D0-4DF2-9D5E-B65ADBE7915C}" destId="{9BE47183-0D14-4191-8D24-1F59C85E436E}" srcOrd="0" destOrd="0" parTransId="{F8F19E21-D7E1-4224-93E5-D82765B16F57}" sibTransId="{0D7EB2F2-D8C1-41BD-BD62-7703792E8099}"/>
    <dgm:cxn modelId="{78541939-9C46-43B0-81B9-6790B6E3D810}" type="presOf" srcId="{BD126DB1-5F27-4C35-AF15-BE07456497AA}" destId="{27AABCC1-020B-4C0A-BC89-87662685D178}" srcOrd="0" destOrd="1" presId="urn:microsoft.com/office/officeart/2005/8/layout/default"/>
    <dgm:cxn modelId="{07474642-4795-4A5F-8EB8-475E8563C521}" srcId="{A5FBF462-18D0-4DF2-9D5E-B65ADBE7915C}" destId="{8335A180-0393-4198-9C96-40DC4F9FC7C6}" srcOrd="1" destOrd="0" parTransId="{8F7E88C0-FA76-449F-8C23-FF68633106D9}" sibTransId="{6D140DD1-F35F-409E-91C5-9C517E786540}"/>
    <dgm:cxn modelId="{CA0DCC46-8223-4BC4-8540-27AB71D8D8CC}" type="presOf" srcId="{795B20FC-75EF-441A-81DC-7A8BD36CB131}" destId="{A44AE4A7-2FF9-4F6C-A23E-CBD9114F799D}" srcOrd="0" destOrd="2" presId="urn:microsoft.com/office/officeart/2005/8/layout/default"/>
    <dgm:cxn modelId="{84BCA34A-0942-46EF-9DDA-94C63D53F069}" srcId="{9F1F1C0F-2F08-4F2B-AAC2-A17F98955F7B}" destId="{5390F054-B164-473E-9DCC-12A8405F0FAB}" srcOrd="1" destOrd="0" parTransId="{119AC580-C3BF-482A-8629-BB8C2E157B8C}" sibTransId="{9A51203B-2A74-496B-A5BF-21099B3F3101}"/>
    <dgm:cxn modelId="{7B1B9053-0777-4DBD-96A6-C7CE04A2EE3B}" type="presOf" srcId="{FA54B006-216E-4829-97AF-93BD80673F26}" destId="{27AABCC1-020B-4C0A-BC89-87662685D178}" srcOrd="0" destOrd="0" presId="urn:microsoft.com/office/officeart/2005/8/layout/default"/>
    <dgm:cxn modelId="{2E50EF54-75B3-45BE-AF05-2D5ECFA32106}" srcId="{F756A989-A09C-4AB0-8CE6-2590509C24E3}" destId="{D1B14936-FF29-4F01-B194-C065A8046032}" srcOrd="2" destOrd="0" parTransId="{53155D41-9096-4103-9470-0DE7ECB64952}" sibTransId="{82168ED7-70E9-4A99-9110-8D33C6FAA5B3}"/>
    <dgm:cxn modelId="{8C504E59-6A56-4E7E-88B9-A0B330ED96A7}" type="presOf" srcId="{D1B14936-FF29-4F01-B194-C065A8046032}" destId="{A44AE4A7-2FF9-4F6C-A23E-CBD9114F799D}" srcOrd="0" destOrd="3" presId="urn:microsoft.com/office/officeart/2005/8/layout/default"/>
    <dgm:cxn modelId="{486C217C-2679-4887-BFD0-0387F4B37C69}" type="presOf" srcId="{8335A180-0393-4198-9C96-40DC4F9FC7C6}" destId="{8FAC4E9E-1CB8-4503-AEB3-6FBECB4AEBCB}" srcOrd="0" destOrd="2" presId="urn:microsoft.com/office/officeart/2005/8/layout/default"/>
    <dgm:cxn modelId="{DCFF5595-0435-4CD1-873C-62A8B3B15826}" type="presOf" srcId="{E233C823-A5E7-4682-AC12-A8B2F1AE4CEC}" destId="{EE897CA4-A47C-4C61-8635-6AB17699B505}" srcOrd="0" destOrd="4" presId="urn:microsoft.com/office/officeart/2005/8/layout/default"/>
    <dgm:cxn modelId="{8E23349F-C620-4797-93D4-D36C93B3C180}" type="presOf" srcId="{5417CF4D-E22F-4B43-AFCE-ECA1DFFCFFAF}" destId="{EE897CA4-A47C-4C61-8635-6AB17699B505}" srcOrd="0" destOrd="3" presId="urn:microsoft.com/office/officeart/2005/8/layout/default"/>
    <dgm:cxn modelId="{7C4FBCA3-BFF8-41AD-B5C3-DB7951F007E8}" srcId="{A5FBF462-18D0-4DF2-9D5E-B65ADBE7915C}" destId="{3EFC1A6A-AC5D-4138-B3AC-8CDC23D87094}" srcOrd="2" destOrd="0" parTransId="{CF38DD28-139A-4854-B544-46F0275558DC}" sibTransId="{9502E378-3C2E-422C-8B23-C3DDA9582D4A}"/>
    <dgm:cxn modelId="{AD94DEB0-194A-4E39-984B-065039282BF9}" srcId="{9F1F1C0F-2F08-4F2B-AAC2-A17F98955F7B}" destId="{E233C823-A5E7-4682-AC12-A8B2F1AE4CEC}" srcOrd="3" destOrd="0" parTransId="{496A5EFE-C332-4AE8-A4A7-B19DAFEB225A}" sibTransId="{A9C977B4-23A4-462D-A2F3-D5582F2678DD}"/>
    <dgm:cxn modelId="{264C15B1-4F2D-44F9-8F0A-D59E0A1744B6}" type="presOf" srcId="{9BE47183-0D14-4191-8D24-1F59C85E436E}" destId="{8FAC4E9E-1CB8-4503-AEB3-6FBECB4AEBCB}" srcOrd="0" destOrd="1" presId="urn:microsoft.com/office/officeart/2005/8/layout/default"/>
    <dgm:cxn modelId="{0F4404C4-4F17-428F-98CF-A2487A171CFC}" srcId="{FA9D966D-B84C-43ED-A828-653F9DFAF982}" destId="{A5FBF462-18D0-4DF2-9D5E-B65ADBE7915C}" srcOrd="0" destOrd="0" parTransId="{1511DEDF-54F7-4931-B7ED-441FC86A48F6}" sibTransId="{217752DE-4845-47B7-9510-3F2DC08AEAA3}"/>
    <dgm:cxn modelId="{ED641BC6-E9EF-4646-BBF9-64EAE4F86474}" type="presOf" srcId="{F756A989-A09C-4AB0-8CE6-2590509C24E3}" destId="{A44AE4A7-2FF9-4F6C-A23E-CBD9114F799D}" srcOrd="0" destOrd="0" presId="urn:microsoft.com/office/officeart/2005/8/layout/default"/>
    <dgm:cxn modelId="{4383D3C6-AD33-4877-AE39-689E5500AC65}" srcId="{F756A989-A09C-4AB0-8CE6-2590509C24E3}" destId="{795B20FC-75EF-441A-81DC-7A8BD36CB131}" srcOrd="1" destOrd="0" parTransId="{EC8627CE-0074-441F-A287-AEE214D7903D}" sibTransId="{1073DF66-BFED-49B1-8861-8F3CAC26FE53}"/>
    <dgm:cxn modelId="{746DB1CB-E427-4F70-ACCF-E25405F1119F}" type="presOf" srcId="{02F19EEA-786B-4B5E-9E75-3C16514A9CFB}" destId="{A44AE4A7-2FF9-4F6C-A23E-CBD9114F799D}" srcOrd="0" destOrd="1" presId="urn:microsoft.com/office/officeart/2005/8/layout/default"/>
    <dgm:cxn modelId="{54FCFCCB-E545-4D59-8632-6580D9B8816D}" srcId="{FA9D966D-B84C-43ED-A828-653F9DFAF982}" destId="{F756A989-A09C-4AB0-8CE6-2590509C24E3}" srcOrd="1" destOrd="0" parTransId="{E9E00E8C-4E76-4A28-8B28-5BD0A1A81571}" sibTransId="{3128F8B0-F341-4A9C-A251-3E311A730C4D}"/>
    <dgm:cxn modelId="{02DD05CD-F6B0-4BA0-855F-BCC13CF592D1}" type="presOf" srcId="{FA9D966D-B84C-43ED-A828-653F9DFAF982}" destId="{A8D51F58-FDEF-40C6-9F7A-510C3E2A5D92}" srcOrd="0" destOrd="0" presId="urn:microsoft.com/office/officeart/2005/8/layout/default"/>
    <dgm:cxn modelId="{600D91D3-30B3-4282-9D6C-7EE74AB5023F}" srcId="{F756A989-A09C-4AB0-8CE6-2590509C24E3}" destId="{02F19EEA-786B-4B5E-9E75-3C16514A9CFB}" srcOrd="0" destOrd="0" parTransId="{6314636F-1339-451C-BF25-BB3423595D36}" sibTransId="{FCCCCF58-D4D8-45FF-B2B9-18AF5712DA69}"/>
    <dgm:cxn modelId="{01A75CDE-5734-4904-9E6F-30146FC33499}" type="presOf" srcId="{3E999C00-161D-4D6B-BF0F-353DD1E19E39}" destId="{27AABCC1-020B-4C0A-BC89-87662685D178}" srcOrd="0" destOrd="2" presId="urn:microsoft.com/office/officeart/2005/8/layout/default"/>
    <dgm:cxn modelId="{C95C8AEB-C613-4841-8888-1477C9648328}" type="presOf" srcId="{83087980-E1CC-4A33-9D2B-DF66D5464EE3}" destId="{EE897CA4-A47C-4C61-8635-6AB17699B505}" srcOrd="0" destOrd="1" presId="urn:microsoft.com/office/officeart/2005/8/layout/default"/>
    <dgm:cxn modelId="{998685F5-F33B-4E6D-A754-2F71B723110E}" srcId="{FA9D966D-B84C-43ED-A828-653F9DFAF982}" destId="{9F1F1C0F-2F08-4F2B-AAC2-A17F98955F7B}" srcOrd="3" destOrd="0" parTransId="{DE3AD5F2-717C-4745-A64C-2839CC5C7FE3}" sibTransId="{ABE3B079-9A2E-4C6B-A4D5-BBA0C296DD6F}"/>
    <dgm:cxn modelId="{904778F7-2593-4027-9EF3-549350BB11DD}" type="presOf" srcId="{3EFC1A6A-AC5D-4138-B3AC-8CDC23D87094}" destId="{8FAC4E9E-1CB8-4503-AEB3-6FBECB4AEBCB}" srcOrd="0" destOrd="3" presId="urn:microsoft.com/office/officeart/2005/8/layout/default"/>
    <dgm:cxn modelId="{AE3DBA95-B423-4E1C-9044-5A6CF152969D}" type="presParOf" srcId="{A8D51F58-FDEF-40C6-9F7A-510C3E2A5D92}" destId="{8FAC4E9E-1CB8-4503-AEB3-6FBECB4AEBCB}" srcOrd="0" destOrd="0" presId="urn:microsoft.com/office/officeart/2005/8/layout/default"/>
    <dgm:cxn modelId="{5F5DFF48-E936-4AF5-8AC1-69BADFC63D99}" type="presParOf" srcId="{A8D51F58-FDEF-40C6-9F7A-510C3E2A5D92}" destId="{573DE486-0968-43DE-A74D-5883F0DF0FFF}" srcOrd="1" destOrd="0" presId="urn:microsoft.com/office/officeart/2005/8/layout/default"/>
    <dgm:cxn modelId="{A7CFE077-785B-4830-85E1-702A53D53D6C}" type="presParOf" srcId="{A8D51F58-FDEF-40C6-9F7A-510C3E2A5D92}" destId="{A44AE4A7-2FF9-4F6C-A23E-CBD9114F799D}" srcOrd="2" destOrd="0" presId="urn:microsoft.com/office/officeart/2005/8/layout/default"/>
    <dgm:cxn modelId="{5B12A0BB-B83A-48F5-97A6-1942488B9DC8}" type="presParOf" srcId="{A8D51F58-FDEF-40C6-9F7A-510C3E2A5D92}" destId="{DA920373-8AAC-40BF-9590-5A0C72E839B2}" srcOrd="3" destOrd="0" presId="urn:microsoft.com/office/officeart/2005/8/layout/default"/>
    <dgm:cxn modelId="{82A3D54F-1C94-47AF-B653-6E41DCD55F79}" type="presParOf" srcId="{A8D51F58-FDEF-40C6-9F7A-510C3E2A5D92}" destId="{27AABCC1-020B-4C0A-BC89-87662685D178}" srcOrd="4" destOrd="0" presId="urn:microsoft.com/office/officeart/2005/8/layout/default"/>
    <dgm:cxn modelId="{54B81B86-EDD8-4832-9DA8-709C236B55EF}" type="presParOf" srcId="{A8D51F58-FDEF-40C6-9F7A-510C3E2A5D92}" destId="{C0BE56AA-8913-4EA8-973F-92685BCE2285}" srcOrd="5" destOrd="0" presId="urn:microsoft.com/office/officeart/2005/8/layout/default"/>
    <dgm:cxn modelId="{02612BF5-A784-4056-B01B-B2B7894C3511}" type="presParOf" srcId="{A8D51F58-FDEF-40C6-9F7A-510C3E2A5D92}" destId="{EE897CA4-A47C-4C61-8635-6AB17699B50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608661C-BC3D-4648-B2EB-C9FFB4039D94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835AF02D-220F-4568-99A1-305200A16282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Key Takeaways</a:t>
          </a:r>
          <a:endParaRPr lang="en-US"/>
        </a:p>
      </dgm:t>
    </dgm:pt>
    <dgm:pt modelId="{8E09A6D3-38A6-4C3D-8293-AC16CED5C19D}" type="parTrans" cxnId="{7A71E75B-22B1-4CC9-AC1F-77B473A593EC}">
      <dgm:prSet/>
      <dgm:spPr/>
      <dgm:t>
        <a:bodyPr/>
        <a:lstStyle/>
        <a:p>
          <a:endParaRPr lang="en-US"/>
        </a:p>
      </dgm:t>
    </dgm:pt>
    <dgm:pt modelId="{9BB0A6B3-F418-40C5-AFB9-D1A8F65E08A7}" type="sibTrans" cxnId="{7A71E75B-22B1-4CC9-AC1F-77B473A593EC}">
      <dgm:prSet/>
      <dgm:spPr/>
      <dgm:t>
        <a:bodyPr/>
        <a:lstStyle/>
        <a:p>
          <a:endParaRPr lang="en-US"/>
        </a:p>
      </dgm:t>
    </dgm:pt>
    <dgm:pt modelId="{09D05468-2BEA-47E8-B2D8-F570EB93A203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Successfully designed and optimized an FPGA-based matrix multiplication accelerator using Vitis HLS</a:t>
          </a:r>
          <a:endParaRPr lang="en-US" sz="1400"/>
        </a:p>
      </dgm:t>
    </dgm:pt>
    <dgm:pt modelId="{090115AE-711D-4E5E-9CCC-3F99B2C617C0}" type="parTrans" cxnId="{01C39A8F-F09E-47BC-8C4A-BD46A078BDD2}">
      <dgm:prSet/>
      <dgm:spPr/>
      <dgm:t>
        <a:bodyPr/>
        <a:lstStyle/>
        <a:p>
          <a:endParaRPr lang="en-US"/>
        </a:p>
      </dgm:t>
    </dgm:pt>
    <dgm:pt modelId="{D40F1473-D7E7-4324-AE33-061B19DC6786}" type="sibTrans" cxnId="{01C39A8F-F09E-47BC-8C4A-BD46A078BDD2}">
      <dgm:prSet/>
      <dgm:spPr/>
      <dgm:t>
        <a:bodyPr/>
        <a:lstStyle/>
        <a:p>
          <a:endParaRPr lang="en-US"/>
        </a:p>
      </dgm:t>
    </dgm:pt>
    <dgm:pt modelId="{9ADB6A7D-A51E-4867-80A5-1FF445CB4A8E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Explored 4 architectural variants: Baseline, Tiled, Pipelined, and Unrolled</a:t>
          </a:r>
        </a:p>
      </dgm:t>
    </dgm:pt>
    <dgm:pt modelId="{20EF438C-9241-4D8B-A1DC-154839C23ABF}" type="parTrans" cxnId="{62038EEC-4B8B-4207-B46B-BB4AC954FFE2}">
      <dgm:prSet/>
      <dgm:spPr/>
    </dgm:pt>
    <dgm:pt modelId="{88ED846D-5668-470E-BA8F-CF52511BFDEE}" type="sibTrans" cxnId="{62038EEC-4B8B-4207-B46B-BB4AC954FFE2}">
      <dgm:prSet/>
      <dgm:spPr/>
    </dgm:pt>
    <dgm:pt modelId="{67FFD2CA-7287-41BD-B0F1-F5DF8A5EA78D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Performance Gains</a:t>
          </a:r>
        </a:p>
      </dgm:t>
    </dgm:pt>
    <dgm:pt modelId="{D503323A-D088-438A-9063-88D1F11ADFAB}" type="parTrans" cxnId="{7DAFA81D-C02D-464C-9C67-C130D09839D6}">
      <dgm:prSet/>
      <dgm:spPr/>
    </dgm:pt>
    <dgm:pt modelId="{10FE95BA-10E4-4038-A060-3D8D06C77AD7}" type="sibTrans" cxnId="{7DAFA81D-C02D-464C-9C67-C130D09839D6}">
      <dgm:prSet/>
      <dgm:spPr/>
    </dgm:pt>
    <dgm:pt modelId="{089819E0-3D9D-4100-908D-E49FE688ACBD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Tiling significantly reduced DDR access overhead and improved data locality</a:t>
          </a:r>
        </a:p>
      </dgm:t>
    </dgm:pt>
    <dgm:pt modelId="{ABCA34BA-EC4F-4B35-A01E-D0F4E1BB3CA4}" type="parTrans" cxnId="{1BEC6217-5316-4CFC-B1C1-AD6A567BE99B}">
      <dgm:prSet/>
      <dgm:spPr/>
    </dgm:pt>
    <dgm:pt modelId="{8FD7EB01-E9BA-4905-96D8-1EC65D7090E2}" type="sibTrans" cxnId="{1BEC6217-5316-4CFC-B1C1-AD6A567BE99B}">
      <dgm:prSet/>
      <dgm:spPr/>
    </dgm:pt>
    <dgm:pt modelId="{D3BAC58B-2A7C-4838-8603-EEC4384B893A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Pipelining achieved II=1, increasing compute throughput with minimal resource overhead</a:t>
          </a:r>
        </a:p>
      </dgm:t>
    </dgm:pt>
    <dgm:pt modelId="{1035D4E1-36D5-4969-9BF3-E34CA8B27E88}" type="parTrans" cxnId="{37ADE850-C8D0-4F48-8C32-A477D47A8A44}">
      <dgm:prSet/>
      <dgm:spPr/>
    </dgm:pt>
    <dgm:pt modelId="{C31131B0-7006-4F93-98E1-03DB9379DBDC}" type="sibTrans" cxnId="{37ADE850-C8D0-4F48-8C32-A477D47A8A44}">
      <dgm:prSet/>
      <dgm:spPr/>
    </dgm:pt>
    <dgm:pt modelId="{7A02EBFA-A646-40E9-9DF9-10BD180BE068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Unrolling maximized parallel MAC operations, delivering the highest speedup (7.96x) and  3.18 GFLOP/s throughput</a:t>
          </a:r>
        </a:p>
      </dgm:t>
    </dgm:pt>
    <dgm:pt modelId="{8247DC27-6B8F-4E12-9482-209B9D4304C2}" type="parTrans" cxnId="{508D59E5-14AA-407F-91D7-5A3DDFFCD566}">
      <dgm:prSet/>
      <dgm:spPr/>
    </dgm:pt>
    <dgm:pt modelId="{E906614A-7C5F-4C88-96E0-B223C81FDE9C}" type="sibTrans" cxnId="{508D59E5-14AA-407F-91D7-5A3DDFFCD566}">
      <dgm:prSet/>
      <dgm:spPr/>
    </dgm:pt>
    <dgm:pt modelId="{F852B5B8-6541-44A9-9CA7-30166A7DECDC}">
      <dgm:prSet phldrT="[Text]" phldr="0"/>
      <dgm:spPr/>
      <dgm:t>
        <a:bodyPr/>
        <a:lstStyle/>
        <a:p>
          <a:pPr rtl="0"/>
          <a:r>
            <a:rPr lang="en-US" sz="1400">
              <a:latin typeface="Calibri Light" panose="020F0302020204030204"/>
            </a:rPr>
            <a:t>Best-performing design: Unrolled (N=32, T=32)</a:t>
          </a:r>
        </a:p>
      </dgm:t>
    </dgm:pt>
    <dgm:pt modelId="{C80BE3C4-14C5-4F2C-B05A-BAF39B3237F1}" type="parTrans" cxnId="{B9C24269-34C7-4573-B485-09542D931336}">
      <dgm:prSet/>
      <dgm:spPr/>
    </dgm:pt>
    <dgm:pt modelId="{4D087DF8-DA9A-4255-B325-2855C3785E36}" type="sibTrans" cxnId="{B9C24269-34C7-4573-B485-09542D931336}">
      <dgm:prSet/>
      <dgm:spPr/>
    </dgm:pt>
    <dgm:pt modelId="{87EA2325-5737-46F8-BFDA-0B5B2843CE1C}" type="pres">
      <dgm:prSet presAssocID="{6608661C-BC3D-4648-B2EB-C9FFB4039D94}" presName="diagram" presStyleCnt="0">
        <dgm:presLayoutVars>
          <dgm:dir/>
          <dgm:resizeHandles val="exact"/>
        </dgm:presLayoutVars>
      </dgm:prSet>
      <dgm:spPr/>
    </dgm:pt>
    <dgm:pt modelId="{A90966A6-D580-4CB0-B011-736699D8C811}" type="pres">
      <dgm:prSet presAssocID="{835AF02D-220F-4568-99A1-305200A16282}" presName="node" presStyleLbl="node1" presStyleIdx="0" presStyleCnt="2">
        <dgm:presLayoutVars>
          <dgm:bulletEnabled val="1"/>
        </dgm:presLayoutVars>
      </dgm:prSet>
      <dgm:spPr/>
    </dgm:pt>
    <dgm:pt modelId="{E6C5C41B-133B-476D-8FCC-478DD8DE7F32}" type="pres">
      <dgm:prSet presAssocID="{9BB0A6B3-F418-40C5-AFB9-D1A8F65E08A7}" presName="sibTrans" presStyleCnt="0"/>
      <dgm:spPr/>
    </dgm:pt>
    <dgm:pt modelId="{99CA2C92-622C-45C1-AEE1-9F31FBD50359}" type="pres">
      <dgm:prSet presAssocID="{67FFD2CA-7287-41BD-B0F1-F5DF8A5EA78D}" presName="node" presStyleLbl="node1" presStyleIdx="1" presStyleCnt="2">
        <dgm:presLayoutVars>
          <dgm:bulletEnabled val="1"/>
        </dgm:presLayoutVars>
      </dgm:prSet>
      <dgm:spPr/>
    </dgm:pt>
  </dgm:ptLst>
  <dgm:cxnLst>
    <dgm:cxn modelId="{95843F05-E66E-47B3-ADB2-1D39E93FF24F}" type="presOf" srcId="{835AF02D-220F-4568-99A1-305200A16282}" destId="{A90966A6-D580-4CB0-B011-736699D8C811}" srcOrd="0" destOrd="0" presId="urn:microsoft.com/office/officeart/2005/8/layout/default"/>
    <dgm:cxn modelId="{1BEC6217-5316-4CFC-B1C1-AD6A567BE99B}" srcId="{67FFD2CA-7287-41BD-B0F1-F5DF8A5EA78D}" destId="{089819E0-3D9D-4100-908D-E49FE688ACBD}" srcOrd="0" destOrd="0" parTransId="{ABCA34BA-EC4F-4B35-A01E-D0F4E1BB3CA4}" sibTransId="{8FD7EB01-E9BA-4905-96D8-1EC65D7090E2}"/>
    <dgm:cxn modelId="{7DAFA81D-C02D-464C-9C67-C130D09839D6}" srcId="{6608661C-BC3D-4648-B2EB-C9FFB4039D94}" destId="{67FFD2CA-7287-41BD-B0F1-F5DF8A5EA78D}" srcOrd="1" destOrd="0" parTransId="{D503323A-D088-438A-9063-88D1F11ADFAB}" sibTransId="{10FE95BA-10E4-4038-A060-3D8D06C77AD7}"/>
    <dgm:cxn modelId="{7A71E75B-22B1-4CC9-AC1F-77B473A593EC}" srcId="{6608661C-BC3D-4648-B2EB-C9FFB4039D94}" destId="{835AF02D-220F-4568-99A1-305200A16282}" srcOrd="0" destOrd="0" parTransId="{8E09A6D3-38A6-4C3D-8293-AC16CED5C19D}" sibTransId="{9BB0A6B3-F418-40C5-AFB9-D1A8F65E08A7}"/>
    <dgm:cxn modelId="{52B9595C-3534-4BCB-BB56-BC092711A09D}" type="presOf" srcId="{9ADB6A7D-A51E-4867-80A5-1FF445CB4A8E}" destId="{A90966A6-D580-4CB0-B011-736699D8C811}" srcOrd="0" destOrd="2" presId="urn:microsoft.com/office/officeart/2005/8/layout/default"/>
    <dgm:cxn modelId="{B9C24269-34C7-4573-B485-09542D931336}" srcId="{67FFD2CA-7287-41BD-B0F1-F5DF8A5EA78D}" destId="{F852B5B8-6541-44A9-9CA7-30166A7DECDC}" srcOrd="3" destOrd="0" parTransId="{C80BE3C4-14C5-4F2C-B05A-BAF39B3237F1}" sibTransId="{4D087DF8-DA9A-4255-B325-2855C3785E36}"/>
    <dgm:cxn modelId="{37ADE850-C8D0-4F48-8C32-A477D47A8A44}" srcId="{67FFD2CA-7287-41BD-B0F1-F5DF8A5EA78D}" destId="{D3BAC58B-2A7C-4838-8603-EEC4384B893A}" srcOrd="1" destOrd="0" parTransId="{1035D4E1-36D5-4969-9BF3-E34CA8B27E88}" sibTransId="{C31131B0-7006-4F93-98E1-03DB9379DBDC}"/>
    <dgm:cxn modelId="{7C70527A-28D0-4541-B162-B501352DD281}" type="presOf" srcId="{7A02EBFA-A646-40E9-9DF9-10BD180BE068}" destId="{99CA2C92-622C-45C1-AEE1-9F31FBD50359}" srcOrd="0" destOrd="3" presId="urn:microsoft.com/office/officeart/2005/8/layout/default"/>
    <dgm:cxn modelId="{6FC0FF8E-0585-491E-AE28-64B934651833}" type="presOf" srcId="{089819E0-3D9D-4100-908D-E49FE688ACBD}" destId="{99CA2C92-622C-45C1-AEE1-9F31FBD50359}" srcOrd="0" destOrd="1" presId="urn:microsoft.com/office/officeart/2005/8/layout/default"/>
    <dgm:cxn modelId="{01C39A8F-F09E-47BC-8C4A-BD46A078BDD2}" srcId="{835AF02D-220F-4568-99A1-305200A16282}" destId="{09D05468-2BEA-47E8-B2D8-F570EB93A203}" srcOrd="0" destOrd="0" parTransId="{090115AE-711D-4E5E-9CCC-3F99B2C617C0}" sibTransId="{D40F1473-D7E7-4324-AE33-061B19DC6786}"/>
    <dgm:cxn modelId="{C332249C-9A4A-4B0F-8A95-0B7875ED4967}" type="presOf" srcId="{F852B5B8-6541-44A9-9CA7-30166A7DECDC}" destId="{99CA2C92-622C-45C1-AEE1-9F31FBD50359}" srcOrd="0" destOrd="4" presId="urn:microsoft.com/office/officeart/2005/8/layout/default"/>
    <dgm:cxn modelId="{9ED94FA5-8385-46E0-A9C4-B3C1A506B708}" type="presOf" srcId="{D3BAC58B-2A7C-4838-8603-EEC4384B893A}" destId="{99CA2C92-622C-45C1-AEE1-9F31FBD50359}" srcOrd="0" destOrd="2" presId="urn:microsoft.com/office/officeart/2005/8/layout/default"/>
    <dgm:cxn modelId="{E96442BD-38FA-4D5E-82EC-EE37AE72B30F}" type="presOf" srcId="{6608661C-BC3D-4648-B2EB-C9FFB4039D94}" destId="{87EA2325-5737-46F8-BFDA-0B5B2843CE1C}" srcOrd="0" destOrd="0" presId="urn:microsoft.com/office/officeart/2005/8/layout/default"/>
    <dgm:cxn modelId="{68D4F7C5-49AE-4515-AEA6-517CA86F0C28}" type="presOf" srcId="{67FFD2CA-7287-41BD-B0F1-F5DF8A5EA78D}" destId="{99CA2C92-622C-45C1-AEE1-9F31FBD50359}" srcOrd="0" destOrd="0" presId="urn:microsoft.com/office/officeart/2005/8/layout/default"/>
    <dgm:cxn modelId="{508D59E5-14AA-407F-91D7-5A3DDFFCD566}" srcId="{67FFD2CA-7287-41BD-B0F1-F5DF8A5EA78D}" destId="{7A02EBFA-A646-40E9-9DF9-10BD180BE068}" srcOrd="2" destOrd="0" parTransId="{8247DC27-6B8F-4E12-9482-209B9D4304C2}" sibTransId="{E906614A-7C5F-4C88-96E0-B223C81FDE9C}"/>
    <dgm:cxn modelId="{62038EEC-4B8B-4207-B46B-BB4AC954FFE2}" srcId="{835AF02D-220F-4568-99A1-305200A16282}" destId="{9ADB6A7D-A51E-4867-80A5-1FF445CB4A8E}" srcOrd="1" destOrd="0" parTransId="{20EF438C-9241-4D8B-A1DC-154839C23ABF}" sibTransId="{88ED846D-5668-470E-BA8F-CF52511BFDEE}"/>
    <dgm:cxn modelId="{4D86FEF2-BCB6-4B5F-BA6C-C97A7EB64F98}" type="presOf" srcId="{09D05468-2BEA-47E8-B2D8-F570EB93A203}" destId="{A90966A6-D580-4CB0-B011-736699D8C811}" srcOrd="0" destOrd="1" presId="urn:microsoft.com/office/officeart/2005/8/layout/default"/>
    <dgm:cxn modelId="{CF9943E5-E163-41EF-8CCB-208D5E15C7F8}" type="presParOf" srcId="{87EA2325-5737-46F8-BFDA-0B5B2843CE1C}" destId="{A90966A6-D580-4CB0-B011-736699D8C811}" srcOrd="0" destOrd="0" presId="urn:microsoft.com/office/officeart/2005/8/layout/default"/>
    <dgm:cxn modelId="{FBC04030-3F30-47FF-9B6F-67AD2D934DEA}" type="presParOf" srcId="{87EA2325-5737-46F8-BFDA-0B5B2843CE1C}" destId="{E6C5C41B-133B-476D-8FCC-478DD8DE7F32}" srcOrd="1" destOrd="0" presId="urn:microsoft.com/office/officeart/2005/8/layout/default"/>
    <dgm:cxn modelId="{BA64ACB5-6932-4345-B71A-BB35CE9AA87A}" type="presParOf" srcId="{87EA2325-5737-46F8-BFDA-0B5B2843CE1C}" destId="{99CA2C92-622C-45C1-AEE1-9F31FBD50359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ABD5D6-2AB3-44D5-B323-F04738BAEBD3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Calibri Light" panose="020F0302020204030204"/>
            </a:rPr>
            <a:t>Algorithm specification in C++</a:t>
          </a:r>
          <a:endParaRPr lang="en-US" sz="3100" kern="1200"/>
        </a:p>
      </dsp:txBody>
      <dsp:txXfrm>
        <a:off x="57787" y="1395494"/>
        <a:ext cx="2665308" cy="1560349"/>
      </dsp:txXfrm>
    </dsp:sp>
    <dsp:sp modelId="{2930D3A7-76D2-4A30-A5BC-DA47FA321203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3047880" y="1970146"/>
        <a:ext cx="409940" cy="411044"/>
      </dsp:txXfrm>
    </dsp:sp>
    <dsp:sp modelId="{101132FF-08FD-4694-A42D-E634F25A4F50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Calibri Light" panose="020F0302020204030204"/>
            </a:rPr>
            <a:t>HLS synthesis with Vitis </a:t>
          </a:r>
          <a:endParaRPr lang="en-US" sz="3100" kern="1200"/>
        </a:p>
      </dsp:txBody>
      <dsp:txXfrm>
        <a:off x="3925145" y="1395494"/>
        <a:ext cx="2665308" cy="1560349"/>
      </dsp:txXfrm>
    </dsp:sp>
    <dsp:sp modelId="{1A1D7A61-0CB0-45F9-94FF-8A6C4D65C4ED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915239" y="1970146"/>
        <a:ext cx="409940" cy="411044"/>
      </dsp:txXfrm>
    </dsp:sp>
    <dsp:sp modelId="{3866764B-2351-434D-8909-9068EF098B32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Calibri Light" panose="020F0302020204030204"/>
            </a:rPr>
            <a:t>C/RTL co-simulation</a:t>
          </a:r>
          <a:endParaRPr lang="en-US" sz="3100" kern="1200"/>
        </a:p>
      </dsp:txBody>
      <dsp:txXfrm>
        <a:off x="7792503" y="1395494"/>
        <a:ext cx="2665308" cy="15603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1ABC9-B890-4481-B2A5-2D1FEE305541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47701-57D8-42DE-BB9B-EBED5EE4FC5F}">
      <dsp:nvSpPr>
        <dsp:cNvPr id="0" name=""/>
        <dsp:cNvSpPr/>
      </dsp:nvSpPr>
      <dsp:spPr>
        <a:xfrm>
          <a:off x="11296" y="1305401"/>
          <a:ext cx="3384708" cy="1740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Implements the naïve triple‑nested loop (i–j–k)</a:t>
          </a:r>
        </a:p>
      </dsp:txBody>
      <dsp:txXfrm>
        <a:off x="96262" y="1390367"/>
        <a:ext cx="3214776" cy="1570603"/>
      </dsp:txXfrm>
    </dsp:sp>
    <dsp:sp modelId="{01AA3A45-008D-406C-B8A3-ED0013196EBC}">
      <dsp:nvSpPr>
        <dsp:cNvPr id="0" name=""/>
        <dsp:cNvSpPr/>
      </dsp:nvSpPr>
      <dsp:spPr>
        <a:xfrm>
          <a:off x="3565445" y="1305401"/>
          <a:ext cx="3384708" cy="1740535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Computes one multiply‑accumulate (MAC) per cycle</a:t>
          </a:r>
        </a:p>
      </dsp:txBody>
      <dsp:txXfrm>
        <a:off x="3650411" y="1390367"/>
        <a:ext cx="3214776" cy="1570603"/>
      </dsp:txXfrm>
    </dsp:sp>
    <dsp:sp modelId="{2F50612D-DDE2-43B8-A500-AD17E793CE5C}">
      <dsp:nvSpPr>
        <dsp:cNvPr id="0" name=""/>
        <dsp:cNvSpPr/>
      </dsp:nvSpPr>
      <dsp:spPr>
        <a:xfrm>
          <a:off x="7119595" y="1305401"/>
          <a:ext cx="3384708" cy="1740535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Memory accesses occur directly from global memory</a:t>
          </a:r>
        </a:p>
      </dsp:txBody>
      <dsp:txXfrm>
        <a:off x="7204561" y="1390367"/>
        <a:ext cx="3214776" cy="15706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667B2-506D-45A3-B943-A5CE2EB94678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E88D57-A076-4C5A-A7AE-6DCC692C2369}">
      <dsp:nvSpPr>
        <dsp:cNvPr id="0" name=""/>
        <dsp:cNvSpPr/>
      </dsp:nvSpPr>
      <dsp:spPr>
        <a:xfrm>
          <a:off x="11296" y="1305401"/>
          <a:ext cx="3384708" cy="1740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Breaks matrices into smaller </a:t>
          </a:r>
          <a:r>
            <a:rPr lang="en-US" sz="2400" b="1" kern="1200"/>
            <a:t>T × T</a:t>
          </a:r>
          <a:r>
            <a:rPr lang="en-US" sz="2400" kern="1200"/>
            <a:t> sub‑blocks (</a:t>
          </a:r>
          <a:r>
            <a:rPr lang="en-US" sz="2400" kern="1200">
              <a:latin typeface="Calibri Light" panose="020F0302020204030204"/>
            </a:rPr>
            <a:t>Parallel MAC operations within each tile</a:t>
          </a:r>
          <a:r>
            <a:rPr lang="en-US" sz="2400" kern="1200"/>
            <a:t>).</a:t>
          </a:r>
        </a:p>
      </dsp:txBody>
      <dsp:txXfrm>
        <a:off x="96262" y="1390367"/>
        <a:ext cx="3214776" cy="1570603"/>
      </dsp:txXfrm>
    </dsp:sp>
    <dsp:sp modelId="{19359947-4EDF-4381-954C-CE9CB7A507C2}">
      <dsp:nvSpPr>
        <dsp:cNvPr id="0" name=""/>
        <dsp:cNvSpPr/>
      </dsp:nvSpPr>
      <dsp:spPr>
        <a:xfrm>
          <a:off x="3565445" y="1305401"/>
          <a:ext cx="3384708" cy="1740535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Loads tiles into </a:t>
          </a:r>
          <a:r>
            <a:rPr lang="en-US" sz="2400" b="1" kern="1200"/>
            <a:t>local buffers</a:t>
          </a:r>
          <a:r>
            <a:rPr lang="en-US" sz="2400" kern="1200"/>
            <a:t> (BRAM or registers).</a:t>
          </a:r>
        </a:p>
      </dsp:txBody>
      <dsp:txXfrm>
        <a:off x="3650411" y="1390367"/>
        <a:ext cx="3214776" cy="1570603"/>
      </dsp:txXfrm>
    </dsp:sp>
    <dsp:sp modelId="{32BCFCAB-72DD-487C-9169-4638843E78AE}">
      <dsp:nvSpPr>
        <dsp:cNvPr id="0" name=""/>
        <dsp:cNvSpPr/>
      </dsp:nvSpPr>
      <dsp:spPr>
        <a:xfrm>
          <a:off x="7119595" y="1305401"/>
          <a:ext cx="3384708" cy="1740535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Reduces global memory traffic significantly</a:t>
          </a:r>
        </a:p>
      </dsp:txBody>
      <dsp:txXfrm>
        <a:off x="7204561" y="1390367"/>
        <a:ext cx="3214776" cy="15706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E8B9D-F13A-44C1-B7BE-9DB5FAFC960C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820BB-0523-4370-8CA3-598EBBBB5E2E}">
      <dsp:nvSpPr>
        <dsp:cNvPr id="0" name=""/>
        <dsp:cNvSpPr/>
      </dsp:nvSpPr>
      <dsp:spPr>
        <a:xfrm>
          <a:off x="11296" y="1305401"/>
          <a:ext cx="3384708" cy="1740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Applies </a:t>
          </a:r>
          <a:r>
            <a:rPr lang="en-US" sz="2800" kern="1200">
              <a:latin typeface="Consolas"/>
            </a:rPr>
            <a:t>#pragma HLS PIPELINE II=1</a:t>
          </a:r>
          <a:r>
            <a:rPr lang="en-US" sz="2800" kern="1200"/>
            <a:t> to inner loops</a:t>
          </a:r>
        </a:p>
      </dsp:txBody>
      <dsp:txXfrm>
        <a:off x="96262" y="1390367"/>
        <a:ext cx="3214776" cy="1570603"/>
      </dsp:txXfrm>
    </dsp:sp>
    <dsp:sp modelId="{F2696A9C-23BF-4EF7-AF85-A5CADAE3BE3A}">
      <dsp:nvSpPr>
        <dsp:cNvPr id="0" name=""/>
        <dsp:cNvSpPr/>
      </dsp:nvSpPr>
      <dsp:spPr>
        <a:xfrm>
          <a:off x="3565445" y="1305401"/>
          <a:ext cx="3384708" cy="1740535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Allows a new iteration to start </a:t>
          </a:r>
          <a:r>
            <a:rPr lang="en-US" sz="2800" b="1" kern="1200"/>
            <a:t>every clock cycle</a:t>
          </a:r>
          <a:endParaRPr lang="en-US" sz="2800" kern="1200"/>
        </a:p>
      </dsp:txBody>
      <dsp:txXfrm>
        <a:off x="3650411" y="1390367"/>
        <a:ext cx="3214776" cy="1570603"/>
      </dsp:txXfrm>
    </dsp:sp>
    <dsp:sp modelId="{B1151813-2EFF-4A64-8D47-F9920FD44989}">
      <dsp:nvSpPr>
        <dsp:cNvPr id="0" name=""/>
        <dsp:cNvSpPr/>
      </dsp:nvSpPr>
      <dsp:spPr>
        <a:xfrm>
          <a:off x="7119595" y="1305401"/>
          <a:ext cx="3384708" cy="1740535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Calibri Light" panose="020F0302020204030204"/>
            </a:rPr>
            <a:t>The overlap</a:t>
          </a:r>
          <a:r>
            <a:rPr lang="en-US" sz="2800" kern="1200"/>
            <a:t> operations improves throughput</a:t>
          </a:r>
        </a:p>
      </dsp:txBody>
      <dsp:txXfrm>
        <a:off x="7204561" y="1390367"/>
        <a:ext cx="3214776" cy="15706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A4938D-CE42-4BCF-823D-EE7F903DA5B4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FAD5E-23A6-44AA-8D0C-3A56834236C0}">
      <dsp:nvSpPr>
        <dsp:cNvPr id="0" name=""/>
        <dsp:cNvSpPr/>
      </dsp:nvSpPr>
      <dsp:spPr>
        <a:xfrm>
          <a:off x="11296" y="1305401"/>
          <a:ext cx="3384708" cy="1740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Applies </a:t>
          </a:r>
          <a:r>
            <a:rPr lang="en-US" sz="2500" kern="1200">
              <a:latin typeface="Consolas"/>
            </a:rPr>
            <a:t>#pragma HLS UNROLL factor=T</a:t>
          </a:r>
          <a:r>
            <a:rPr lang="en-US" sz="2500" kern="1200"/>
            <a:t> to inner loops</a:t>
          </a:r>
        </a:p>
      </dsp:txBody>
      <dsp:txXfrm>
        <a:off x="96262" y="1390367"/>
        <a:ext cx="3214776" cy="1570603"/>
      </dsp:txXfrm>
    </dsp:sp>
    <dsp:sp modelId="{4FF25665-4E56-4CF9-9DDC-01FB29FDAE10}">
      <dsp:nvSpPr>
        <dsp:cNvPr id="0" name=""/>
        <dsp:cNvSpPr/>
      </dsp:nvSpPr>
      <dsp:spPr>
        <a:xfrm>
          <a:off x="3565445" y="1305401"/>
          <a:ext cx="3384708" cy="1740535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Replicates hardware to compute multiple MACs in parallel</a:t>
          </a:r>
        </a:p>
      </dsp:txBody>
      <dsp:txXfrm>
        <a:off x="3650411" y="1390367"/>
        <a:ext cx="3214776" cy="1570603"/>
      </dsp:txXfrm>
    </dsp:sp>
    <dsp:sp modelId="{30397331-51C0-4C33-B310-C37F1B89FEF4}">
      <dsp:nvSpPr>
        <dsp:cNvPr id="0" name=""/>
        <dsp:cNvSpPr/>
      </dsp:nvSpPr>
      <dsp:spPr>
        <a:xfrm>
          <a:off x="7119595" y="1305401"/>
          <a:ext cx="3384708" cy="1740535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Creates a </a:t>
          </a:r>
          <a:r>
            <a:rPr lang="en-US" sz="2500" b="1" kern="1200"/>
            <a:t>T‑wide MAC array</a:t>
          </a:r>
          <a:endParaRPr lang="en-US" sz="2500" kern="1200"/>
        </a:p>
      </dsp:txBody>
      <dsp:txXfrm>
        <a:off x="7204561" y="1390367"/>
        <a:ext cx="3214776" cy="15706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4BC7E1-2FB5-4E39-8E0B-0697E39B0245}">
      <dsp:nvSpPr>
        <dsp:cNvPr id="0" name=""/>
        <dsp:cNvSpPr/>
      </dsp:nvSpPr>
      <dsp:spPr>
        <a:xfrm>
          <a:off x="51" y="17479"/>
          <a:ext cx="4913783" cy="720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 Light" panose="020F0302020204030204"/>
            </a:rPr>
            <a:t>Target Platform</a:t>
          </a:r>
          <a:endParaRPr lang="en-US" sz="2500" kern="1200"/>
        </a:p>
      </dsp:txBody>
      <dsp:txXfrm>
        <a:off x="51" y="17479"/>
        <a:ext cx="4913783" cy="720000"/>
      </dsp:txXfrm>
    </dsp:sp>
    <dsp:sp modelId="{E41BC165-0334-48FA-AF30-EA4487A930C4}">
      <dsp:nvSpPr>
        <dsp:cNvPr id="0" name=""/>
        <dsp:cNvSpPr/>
      </dsp:nvSpPr>
      <dsp:spPr>
        <a:xfrm>
          <a:off x="51" y="737479"/>
          <a:ext cx="4913783" cy="359637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>
              <a:latin typeface="Calibri Light" panose="020F0302020204030204"/>
            </a:rPr>
            <a:t>Xilinx</a:t>
          </a:r>
          <a:r>
            <a:rPr lang="en-US" sz="2500" b="0" kern="1200"/>
            <a:t> Zynq‑7020 SoC (xc7z020clg400‑1)</a:t>
          </a:r>
          <a:endParaRPr lang="en-US" sz="2500" b="0" kern="1200">
            <a:latin typeface="Calibri Light" panose="020F0302020204030204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/>
            <a:t>53,200 LUTs</a:t>
          </a:r>
        </a:p>
        <a:p>
          <a:pPr marL="228600" lvl="1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/>
            <a:t>106,400 FFs</a:t>
          </a:r>
          <a:endParaRPr lang="en-US" sz="2500" b="0" kern="1200">
            <a:latin typeface="Calibri Light" panose="020F0302020204030204"/>
          </a:endParaRPr>
        </a:p>
        <a:p>
          <a:pPr marL="228600" lvl="1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/>
            <a:t>140 BRAM tiles (4.9 Mb)</a:t>
          </a:r>
        </a:p>
        <a:p>
          <a:pPr marL="228600" lvl="1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/>
            <a:t>220 DSP48E1 slices</a:t>
          </a:r>
        </a:p>
      </dsp:txBody>
      <dsp:txXfrm>
        <a:off x="51" y="737479"/>
        <a:ext cx="4913783" cy="3596378"/>
      </dsp:txXfrm>
    </dsp:sp>
    <dsp:sp modelId="{093965AA-DAC1-4745-A6C0-9647F6B24E4C}">
      <dsp:nvSpPr>
        <dsp:cNvPr id="0" name=""/>
        <dsp:cNvSpPr/>
      </dsp:nvSpPr>
      <dsp:spPr>
        <a:xfrm>
          <a:off x="5601764" y="17479"/>
          <a:ext cx="4913783" cy="720000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 Light" panose="020F0302020204030204"/>
            </a:rPr>
            <a:t>        Toolchain</a:t>
          </a:r>
          <a:endParaRPr lang="en-US" sz="2500" kern="1200"/>
        </a:p>
      </dsp:txBody>
      <dsp:txXfrm>
        <a:off x="5601764" y="17479"/>
        <a:ext cx="4913783" cy="720000"/>
      </dsp:txXfrm>
    </dsp:sp>
    <dsp:sp modelId="{6FF45D8A-DA2F-47DA-9583-E878A7DAC582}">
      <dsp:nvSpPr>
        <dsp:cNvPr id="0" name=""/>
        <dsp:cNvSpPr/>
      </dsp:nvSpPr>
      <dsp:spPr>
        <a:xfrm>
          <a:off x="5601764" y="737479"/>
          <a:ext cx="4913783" cy="3596378"/>
        </a:xfrm>
        <a:prstGeom prst="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Calibri Light" panose="020F0302020204030204"/>
            </a:rPr>
            <a:t>Vitis HLS 2025.2</a:t>
          </a:r>
          <a:endParaRPr lang="en-US" sz="2500" kern="1200"/>
        </a:p>
        <a:p>
          <a:pPr marL="457200" lvl="2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Calibri Light" panose="020F0302020204030204"/>
            </a:rPr>
            <a:t>C simulation</a:t>
          </a:r>
          <a:endParaRPr lang="en-US" sz="2500" kern="1200"/>
        </a:p>
        <a:p>
          <a:pPr marL="457200" lvl="2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Calibri Light" panose="020F0302020204030204"/>
            </a:rPr>
            <a:t>C/RTL co-simulation</a:t>
          </a:r>
          <a:endParaRPr lang="en-US" sz="2500" kern="1200"/>
        </a:p>
        <a:p>
          <a:pPr marL="457200" lvl="2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Calibri Light" panose="020F0302020204030204"/>
            </a:rPr>
            <a:t>HLS synthesis</a:t>
          </a:r>
          <a:endParaRPr lang="en-US" sz="2500" kern="1200"/>
        </a:p>
        <a:p>
          <a:pPr marL="457200" lvl="2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Calibri Light" panose="020F0302020204030204"/>
            </a:rPr>
            <a:t>Target clock: 10ns (100 MHz)</a:t>
          </a:r>
          <a:endParaRPr lang="en-US" sz="2500" kern="1200"/>
        </a:p>
        <a:p>
          <a:pPr marL="228600" lvl="1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err="1">
              <a:latin typeface="Calibri Light" panose="020F0302020204030204"/>
            </a:rPr>
            <a:t>Vivado</a:t>
          </a:r>
          <a:r>
            <a:rPr lang="en-US" sz="2500" kern="1200">
              <a:latin typeface="Calibri Light" panose="020F0302020204030204"/>
            </a:rPr>
            <a:t> 2025.2</a:t>
          </a:r>
        </a:p>
        <a:p>
          <a:pPr marL="457200" lvl="2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Calibri Light" panose="020F0302020204030204"/>
            </a:rPr>
            <a:t>RTL implementation</a:t>
          </a:r>
          <a:endParaRPr lang="en-US" sz="2500" kern="1200"/>
        </a:p>
        <a:p>
          <a:pPr marL="457200" lvl="2" indent="-228600" algn="l" defTabSz="1111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>
              <a:latin typeface="Calibri Light" panose="020F0302020204030204"/>
            </a:rPr>
            <a:t>Timing closure</a:t>
          </a:r>
        </a:p>
      </dsp:txBody>
      <dsp:txXfrm>
        <a:off x="5601764" y="737479"/>
        <a:ext cx="4913783" cy="35963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C4E9E-1CB8-4503-AEB3-6FBECB4AEBCB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Baseline</a:t>
          </a:r>
          <a:endParaRPr lang="en-US" sz="26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Latency: 0.164 </a:t>
          </a:r>
          <a:r>
            <a:rPr lang="en-US" sz="2000" kern="1200" err="1">
              <a:latin typeface="Calibri Light" panose="020F0302020204030204"/>
            </a:rPr>
            <a:t>ms</a:t>
          </a:r>
          <a:endParaRPr lang="en-US" sz="2000" kern="1200" err="1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Throughput: 399 MFLOP/s</a:t>
          </a:r>
          <a:endParaRPr lang="en-US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Speedup: 1.0x</a:t>
          </a:r>
          <a:endParaRPr lang="en-US" sz="2000" kern="1200"/>
        </a:p>
      </dsp:txBody>
      <dsp:txXfrm>
        <a:off x="1748064" y="2975"/>
        <a:ext cx="3342605" cy="2005563"/>
      </dsp:txXfrm>
    </dsp:sp>
    <dsp:sp modelId="{4F3D1E97-BB13-454A-BD64-28F5BE2FEBC7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Tiled (T=16)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Latency: 0.05264 </a:t>
          </a:r>
          <a:r>
            <a:rPr lang="en-US" sz="2000" kern="1200" err="1">
              <a:latin typeface="Calibri Light" panose="020F0302020204030204"/>
            </a:rPr>
            <a:t>ms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Throughput: 1,244 MFLOP/s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Speedup: 3.12x</a:t>
          </a:r>
        </a:p>
      </dsp:txBody>
      <dsp:txXfrm>
        <a:off x="5424930" y="2975"/>
        <a:ext cx="3342605" cy="2005563"/>
      </dsp:txXfrm>
    </dsp:sp>
    <dsp:sp modelId="{3D543EF2-8382-46CF-A270-405FFEED2990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Pipelined (T=16)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Latency: 0.05256 </a:t>
          </a:r>
          <a:r>
            <a:rPr lang="en-US" sz="2000" kern="1200" err="1">
              <a:latin typeface="Calibri Light" panose="020F0302020204030204"/>
            </a:rPr>
            <a:t>ms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Throughput: 1,247 MFLOP/s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Speedup: 3.12x</a:t>
          </a:r>
        </a:p>
      </dsp:txBody>
      <dsp:txXfrm>
        <a:off x="1748064" y="2342799"/>
        <a:ext cx="3342605" cy="2005563"/>
      </dsp:txXfrm>
    </dsp:sp>
    <dsp:sp modelId="{D8AEC2A5-9AD9-4BE8-A449-29EDDF108F52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Tiled + Unrolled (T=32)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Latency: 0.02060 </a:t>
          </a:r>
          <a:r>
            <a:rPr lang="en-US" sz="2000" kern="1200" err="1">
              <a:latin typeface="Calibri Light" panose="020F0302020204030204"/>
            </a:rPr>
            <a:t>ms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Throughput: 3,180 MFLOP/s</a:t>
          </a:r>
          <a:endParaRPr lang="en-US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Speedup: 7.96x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Best-performing design</a:t>
          </a:r>
          <a:endParaRPr lang="en-US" sz="2000" kern="1200"/>
        </a:p>
      </dsp:txBody>
      <dsp:txXfrm>
        <a:off x="5424930" y="2342799"/>
        <a:ext cx="3342605" cy="20055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C4E9E-1CB8-4503-AEB3-6FBECB4AEBCB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Baseline</a:t>
          </a:r>
          <a:endParaRPr lang="en-US" sz="26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Minimal LUT/FF usage</a:t>
          </a:r>
          <a:endParaRPr lang="en-US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6 DSPs</a:t>
          </a:r>
          <a:endParaRPr lang="en-US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0 BRAM</a:t>
          </a:r>
          <a:endParaRPr lang="en-US" sz="2000" kern="1200"/>
        </a:p>
      </dsp:txBody>
      <dsp:txXfrm>
        <a:off x="1748064" y="2975"/>
        <a:ext cx="3342605" cy="2005563"/>
      </dsp:txXfrm>
    </dsp:sp>
    <dsp:sp modelId="{A44AE4A7-2FF9-4F6C-A23E-CBD9114F799D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Tiled (T=16)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Moderate LUT/FF growth</a:t>
          </a:r>
          <a:endParaRPr lang="en-US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48 DSPs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0 BRAM</a:t>
          </a:r>
        </a:p>
      </dsp:txBody>
      <dsp:txXfrm>
        <a:off x="5424930" y="2975"/>
        <a:ext cx="3342605" cy="2005563"/>
      </dsp:txXfrm>
    </dsp:sp>
    <dsp:sp modelId="{27AABCC1-020B-4C0A-BC89-87662685D178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Tiled + Pipelined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Similar to Tiled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Small overhead for pipeline registers</a:t>
          </a:r>
          <a:endParaRPr lang="en-US" sz="2000" kern="1200"/>
        </a:p>
      </dsp:txBody>
      <dsp:txXfrm>
        <a:off x="1748064" y="2342799"/>
        <a:ext cx="3342605" cy="2005563"/>
      </dsp:txXfrm>
    </dsp:sp>
    <dsp:sp modelId="{EE897CA4-A47C-4C61-8635-6AB17699B505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Tiled + Unrolled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LUTs: 12,686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FFs: 75,126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DSPs: 96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 Light" panose="020F0302020204030204"/>
            </a:rPr>
            <a:t>BRAM: 64</a:t>
          </a:r>
          <a:endParaRPr lang="en-US" sz="2000" kern="1200"/>
        </a:p>
      </dsp:txBody>
      <dsp:txXfrm>
        <a:off x="5424930" y="2342799"/>
        <a:ext cx="3342605" cy="200556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0966A6-D580-4CB0-B011-736699D8C811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Key Takeaways</a:t>
          </a:r>
          <a:endParaRPr lang="en-US" sz="24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Calibri Light" panose="020F0302020204030204"/>
            </a:rPr>
            <a:t>Successfully designed and optimized an FPGA-based matrix multiplication accelerator using Vitis HLS</a:t>
          </a:r>
          <a:endParaRPr lang="en-US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Calibri Light" panose="020F0302020204030204"/>
            </a:rPr>
            <a:t>Explored 4 architectural variants: Baseline, Tiled, Pipelined, and Unrolled</a:t>
          </a:r>
        </a:p>
      </dsp:txBody>
      <dsp:txXfrm>
        <a:off x="1283" y="673807"/>
        <a:ext cx="5006206" cy="3003723"/>
      </dsp:txXfrm>
    </dsp:sp>
    <dsp:sp modelId="{99CA2C92-622C-45C1-AEE1-9F31FBD50359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Performance Gains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Calibri Light" panose="020F0302020204030204"/>
            </a:rPr>
            <a:t>Tiling significantly reduced DDR access overhead and improved data locality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Calibri Light" panose="020F0302020204030204"/>
            </a:rPr>
            <a:t>Pipelining achieved II=1, increasing compute throughput with minimal resource overhead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Calibri Light" panose="020F0302020204030204"/>
            </a:rPr>
            <a:t>Unrolling maximized parallel MAC operations, delivering the highest speedup (7.96x) and  3.18 GFLOP/s throughput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Calibri Light" panose="020F0302020204030204"/>
            </a:rPr>
            <a:t>Best-performing design: Unrolled (N=32, T=32)</a:t>
          </a:r>
        </a:p>
      </dsp:txBody>
      <dsp:txXfrm>
        <a:off x="5508110" y="673807"/>
        <a:ext cx="5006206" cy="3003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8F597-278A-4BCE-9E92-5DBB88C48EC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F8983-E0F4-4DD3-9AA0-D0F353765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2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8608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7965" indent="-227965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D3E08-9DE0-41F2-B40C-9D2C940293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0629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A4EB9-FD85-87F6-3937-91C57D9B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CBE31-520D-B322-8558-E7605349E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F07EF-3F5A-4844-A7A4-6674112C6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7965" indent="-227965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CB763-0F65-A1F5-FD5C-4E0FCFB02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D3E08-9DE0-41F2-B40C-9D2C940293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049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6F4-8805-FD3B-D219-4CF1681D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70417-B2D6-EF77-E212-21A35E11C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B84D0-609F-1D1F-41C4-2EFF622DD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7965" indent="-227965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1FFC2-AFC7-8F3B-5EFE-5E9BA0B1C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D3E08-9DE0-41F2-B40C-9D2C940293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988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265-783A-541C-9452-420B04C2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5ECD2-D71E-8580-D9C3-C1A4013B3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BA082-E644-2BC0-4FA6-9668A4858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7965" indent="-227965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2EABC-8761-D9FC-7AE2-1C29A8E0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D3E08-9DE0-41F2-B40C-9D2C940293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724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01FFE-50B4-CB40-98B9-8923605C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88313-3742-D8C6-88B3-9E3EC44A3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78F14-231D-1F8A-F7D8-A6B5A9E66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7965" indent="-227965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5B481-3D04-7603-EF6B-0411B8142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D3E08-9DE0-41F2-B40C-9D2C940293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87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ffectLst/>
              </a:rPr>
              <a:t>Arithmetic intensity:</a:t>
            </a:r>
            <a:endParaRPr lang="en-US"/>
          </a:p>
          <a:p>
            <a:r>
              <a:rPr lang="en-US">
                <a:effectLst/>
              </a:rPr>
              <a:t>Naive implementation: </a:t>
            </a:r>
            <a:r>
              <a:rPr lang="en-US" b="1">
                <a:effectLst/>
              </a:rPr>
              <a:t>O(1)</a:t>
            </a:r>
            <a:r>
              <a:rPr lang="en-US">
                <a:effectLst/>
              </a:rPr>
              <a:t> (memory‑bound)</a:t>
            </a:r>
            <a:endParaRPr lang="en-US"/>
          </a:p>
          <a:p>
            <a:r>
              <a:rPr lang="en-US">
                <a:effectLst/>
              </a:rPr>
              <a:t>Tiled implementation: </a:t>
            </a:r>
            <a:r>
              <a:rPr lang="en-US" b="1">
                <a:effectLst/>
              </a:rPr>
              <a:t>O(N)</a:t>
            </a:r>
            <a:r>
              <a:rPr lang="en-US">
                <a:effectLst/>
              </a:rPr>
              <a:t> (can become compute‑bound)</a:t>
            </a:r>
          </a:p>
          <a:p>
            <a:endParaRPr lang="en-US"/>
          </a:p>
          <a:p>
            <a:r>
              <a:rPr lang="en-US">
                <a:effectLst/>
              </a:rPr>
              <a:t>Roofline model implication:</a:t>
            </a:r>
            <a:endParaRPr lang="en-US"/>
          </a:p>
          <a:p>
            <a:r>
              <a:rPr lang="en-US">
                <a:effectLst/>
              </a:rPr>
              <a:t>Naive algorithm is </a:t>
            </a:r>
            <a:r>
              <a:rPr lang="en-US" b="1">
                <a:effectLst/>
              </a:rPr>
              <a:t>memory‑bound</a:t>
            </a:r>
            <a:r>
              <a:rPr lang="en-US">
                <a:effectLst/>
              </a:rPr>
              <a:t> on systems with limited on‑chip storage.</a:t>
            </a:r>
            <a:endParaRPr lang="en-US"/>
          </a:p>
          <a:p>
            <a:r>
              <a:rPr lang="en-US">
                <a:effectLst/>
              </a:rPr>
              <a:t>Tiling improves data reuse, shifting the bottleneck toward compute and improving utilization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8983-E0F4-4DD3-9AA0-D0F353765D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00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ffectLst/>
              </a:rPr>
              <a:t>Architectural strengths:</a:t>
            </a:r>
            <a:endParaRPr lang="en-US"/>
          </a:p>
          <a:p>
            <a:r>
              <a:rPr lang="en-US">
                <a:effectLst/>
              </a:rPr>
              <a:t>High spatial parallelism via many concurrent processing elements.</a:t>
            </a:r>
            <a:endParaRPr lang="en-US"/>
          </a:p>
          <a:p>
            <a:r>
              <a:rPr lang="en-US">
                <a:effectLst/>
              </a:rPr>
              <a:t>Custom </a:t>
            </a:r>
            <a:r>
              <a:rPr lang="en-US" err="1">
                <a:effectLst/>
              </a:rPr>
              <a:t>datapaths</a:t>
            </a:r>
            <a:r>
              <a:rPr lang="en-US">
                <a:effectLst/>
              </a:rPr>
              <a:t> with deterministic latency.</a:t>
            </a:r>
            <a:endParaRPr lang="en-US"/>
          </a:p>
          <a:p>
            <a:r>
              <a:rPr lang="en-US">
                <a:effectLst/>
              </a:rPr>
              <a:t>Efficient for </a:t>
            </a:r>
            <a:r>
              <a:rPr lang="en-US" b="1">
                <a:effectLst/>
              </a:rPr>
              <a:t>data‑parallel workloads</a:t>
            </a:r>
            <a:r>
              <a:rPr lang="en-US">
                <a:effectLst/>
              </a:rPr>
              <a:t> like matrix multiplication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8983-E0F4-4DD3-9AA0-D0F353765D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55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ffectLst/>
              </a:rPr>
              <a:t>Benefits:</a:t>
            </a:r>
            <a:endParaRPr lang="en-US"/>
          </a:p>
          <a:p>
            <a:r>
              <a:rPr lang="en-US">
                <a:effectLst/>
              </a:rPr>
              <a:t>Rapid design‑space exploration.</a:t>
            </a:r>
            <a:endParaRPr lang="en-US"/>
          </a:p>
          <a:p>
            <a:r>
              <a:rPr lang="en-US">
                <a:effectLst/>
              </a:rPr>
              <a:t>Modify a pragma → re‑synthesize in minutes.</a:t>
            </a:r>
            <a:endParaRPr lang="en-US"/>
          </a:p>
          <a:p>
            <a:r>
              <a:rPr lang="en-US">
                <a:effectLst/>
              </a:rPr>
              <a:t>Avoids rewriting complex RTL.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8983-E0F4-4DD3-9AA0-D0F353765D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45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14326-F2B5-1D55-F334-A44B551A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923AA-03BB-ECC7-D776-C71166505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98F0C-5486-3170-5361-A062B4804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ffectLst/>
              </a:rPr>
              <a:t>Systolic arrays</a:t>
            </a:r>
            <a:r>
              <a:rPr lang="en-US">
                <a:effectLst/>
              </a:rPr>
              <a:t> remain a dominant architecture for FPGA GEMM acceleration.</a:t>
            </a:r>
            <a:endParaRPr lang="en-US"/>
          </a:p>
          <a:p>
            <a:r>
              <a:rPr lang="en-US" b="1">
                <a:effectLst/>
              </a:rPr>
              <a:t>Cong et al.</a:t>
            </a:r>
            <a:r>
              <a:rPr lang="en-US">
                <a:effectLst/>
              </a:rPr>
              <a:t>: HLS can match hand‑optimized RTL when directives are applied effectively.</a:t>
            </a:r>
            <a:endParaRPr lang="en-US"/>
          </a:p>
          <a:p>
            <a:r>
              <a:rPr lang="en-US" b="1">
                <a:effectLst/>
              </a:rPr>
              <a:t>De Fine Licht et al.</a:t>
            </a:r>
            <a:r>
              <a:rPr lang="en-US">
                <a:effectLst/>
              </a:rPr>
              <a:t>: communication‑avoiding GEMM using HLS; scalable across multiple FPGAs.</a:t>
            </a:r>
            <a:endParaRPr lang="en-US"/>
          </a:p>
          <a:p>
            <a:r>
              <a:rPr lang="en-US" b="1">
                <a:effectLst/>
              </a:rPr>
              <a:t>Ma et al.</a:t>
            </a:r>
            <a:r>
              <a:rPr lang="en-US">
                <a:effectLst/>
              </a:rPr>
              <a:t>: optimized convolution (via im2col → GEMM) for CNN inference on FPGAs.</a:t>
            </a:r>
            <a:endParaRPr lang="en-US"/>
          </a:p>
          <a:p>
            <a:r>
              <a:rPr lang="en-US" b="1">
                <a:effectLst/>
              </a:rPr>
              <a:t>Abdelouahab et al.</a:t>
            </a:r>
            <a:r>
              <a:rPr lang="en-US">
                <a:effectLst/>
              </a:rPr>
              <a:t>: survey of FPGA‑based CNN accelerators; tiled/pipelined GEMM is a recurring pattern.</a:t>
            </a:r>
            <a:endParaRPr lang="en-US"/>
          </a:p>
          <a:p>
            <a:r>
              <a:rPr lang="en-US" b="1">
                <a:effectLst/>
              </a:rPr>
              <a:t>Putnam et al.</a:t>
            </a:r>
            <a:r>
              <a:rPr lang="en-US">
                <a:effectLst/>
              </a:rPr>
              <a:t>: demonstrated datacenter‑scale FPGA deployment for large workloads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1453C-3D56-DA3A-E548-33EDC54BF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8983-E0F4-4DD3-9AA0-D0F353765D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1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8851"/>
            <a:ext cx="2743200" cy="365125"/>
          </a:xfrm>
        </p:spPr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8851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98851"/>
            <a:ext cx="2743200" cy="365125"/>
          </a:xfrm>
        </p:spPr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3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9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84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3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7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64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0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1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8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4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9721-2E5E-A74E-BDA4-3350CBAAF42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3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7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B947A9-5087-4C16-A8B7-8353F3EF8CD6}"/>
              </a:ext>
            </a:extLst>
          </p:cNvPr>
          <p:cNvSpPr txBox="1"/>
          <p:nvPr/>
        </p:nvSpPr>
        <p:spPr>
          <a:xfrm>
            <a:off x="1309172" y="1136064"/>
            <a:ext cx="9573656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4000" b="1" i="1">
                <a:solidFill>
                  <a:prstClr val="black"/>
                </a:solidFill>
                <a:latin typeface="Calibri Light"/>
                <a:ea typeface="Calibri Light"/>
                <a:cs typeface="Calibri Light"/>
              </a:rPr>
              <a:t>FPGA Accelerator application: Matrix Multiplication</a:t>
            </a:r>
            <a:br>
              <a:rPr lang="en-US" sz="1600" b="1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/>
                <a:cs typeface="Calibri Light"/>
              </a:rPr>
            </a:b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EE6900 : FPGA Accelerators</a:t>
            </a:r>
            <a:br>
              <a:rPr lang="en-US" sz="28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/>
                <a:cs typeface="Calibri Light"/>
              </a:rPr>
            </a:br>
            <a:r>
              <a:rPr lang="en-US" sz="2800" i="1">
                <a:solidFill>
                  <a:prstClr val="black"/>
                </a:solidFill>
                <a:latin typeface="Calibri Light"/>
                <a:cs typeface="Calibri Light"/>
              </a:rPr>
              <a:t>Spring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 </a:t>
            </a:r>
            <a:r>
              <a:rPr lang="en-US" sz="2800" i="1">
                <a:solidFill>
                  <a:prstClr val="black"/>
                </a:solidFill>
                <a:latin typeface="Calibri Light"/>
                <a:cs typeface="Calibri Light"/>
              </a:rPr>
              <a:t>2026</a:t>
            </a:r>
            <a:br>
              <a:rPr lang="en-US" sz="28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/>
                <a:cs typeface="Calibri Light"/>
              </a:rPr>
            </a:b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Professor: </a:t>
            </a:r>
            <a:r>
              <a:rPr lang="en-US" sz="2800" i="1">
                <a:solidFill>
                  <a:prstClr val="black"/>
                </a:solidFill>
                <a:latin typeface="Calibri Light"/>
                <a:cs typeface="Calibri Light"/>
              </a:rPr>
              <a:t>Dr. Yan Fang</a:t>
            </a:r>
          </a:p>
          <a:p>
            <a:pPr algn="ctr">
              <a:defRPr/>
            </a:pP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</a:rPr>
              <a:t>Bota Yvan,</a:t>
            </a:r>
            <a:r>
              <a:rPr lang="en-US" b="1"/>
              <a:t> </a:t>
            </a:r>
            <a:r>
              <a:rPr lang="en-US" sz="2800" i="1">
                <a:latin typeface="+mj-lt"/>
              </a:rPr>
              <a:t>Abhijeet Surakanti, Mason Snyder</a:t>
            </a:r>
          </a:p>
          <a:p>
            <a:pPr algn="ctr">
              <a:defRPr/>
            </a:pP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928180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C376A9BD-F631-F4B1-3E4B-215EAC84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Why is it important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A9781-A144-9549-00F2-21F2815D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79140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Matrix Multiplication is one of the most widely used computational primitives in modern computing</a:t>
            </a:r>
          </a:p>
          <a:p>
            <a:r>
              <a:rPr lang="en-US"/>
              <a:t>It is the backbone for deep neural network training and inference, with convolutional layers mapping naturally to GEMM operations</a:t>
            </a:r>
          </a:p>
          <a:p>
            <a:r>
              <a:rPr lang="en-US"/>
              <a:t>Applications go beyond machine learning</a:t>
            </a:r>
          </a:p>
          <a:p>
            <a:pPr lvl="1"/>
            <a:r>
              <a:rPr lang="en-US"/>
              <a:t>Linear algebra</a:t>
            </a:r>
          </a:p>
          <a:p>
            <a:pPr lvl="1"/>
            <a:r>
              <a:rPr lang="en-US"/>
              <a:t>Signal processing using transform domain filtering</a:t>
            </a:r>
          </a:p>
          <a:p>
            <a:pPr lvl="1"/>
            <a:r>
              <a:rPr lang="en-US"/>
              <a:t>Cryptographic protocols, especially lattice-based schemes</a:t>
            </a:r>
          </a:p>
          <a:p>
            <a:r>
              <a:rPr lang="en-US"/>
              <a:t>It is a ubiquitous across the industry and computationally intensive making it a prime target for acceleration.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4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92AD4-B1D2-BC84-4E71-2D259800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D6025345-CF9D-0226-AFB1-C6A97DF4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Computational Costs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620CD5-7FE2-39A9-B347-C1AC92927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Naïve multiplication of  two</a:t>
            </a:r>
            <a:r>
              <a:rPr lang="en-US" b="1" i="1"/>
              <a:t> </a:t>
            </a:r>
            <a:r>
              <a:rPr lang="en-US" i="1"/>
              <a:t>N x N </a:t>
            </a:r>
            <a:r>
              <a:rPr lang="en-US"/>
              <a:t>matrices requires O(N</a:t>
            </a:r>
            <a:r>
              <a:rPr lang="en-US" baseline="30000"/>
              <a:t>3</a:t>
            </a:r>
            <a:r>
              <a:rPr lang="en-US"/>
              <a:t>) multiply-accumulate operations</a:t>
            </a:r>
          </a:p>
          <a:p>
            <a:pPr lvl="1"/>
            <a:r>
              <a:rPr lang="en-US"/>
              <a:t>For </a:t>
            </a:r>
            <a:r>
              <a:rPr lang="en-US" i="1"/>
              <a:t>N = 1024</a:t>
            </a:r>
            <a:r>
              <a:rPr lang="en-US"/>
              <a:t> this exceeds 1 * 10</a:t>
            </a:r>
            <a:r>
              <a:rPr lang="en-US" baseline="30000"/>
              <a:t>9 </a:t>
            </a:r>
            <a:r>
              <a:rPr lang="en-US"/>
              <a:t>operations per call which saturates CPUs under tight latency or throughput constraints</a:t>
            </a:r>
          </a:p>
          <a:p>
            <a:r>
              <a:rPr lang="en-US"/>
              <a:t>CPU’s currently use SIMD and GPU’s use massive threaded parallelism however,</a:t>
            </a:r>
          </a:p>
          <a:p>
            <a:pPr lvl="1"/>
            <a:r>
              <a:rPr lang="en-US"/>
              <a:t>Both consume significant power</a:t>
            </a:r>
          </a:p>
          <a:p>
            <a:pPr lvl="1"/>
            <a:r>
              <a:rPr lang="en-US"/>
              <a:t>Lack fine-grained architectural customizability for edge/embedded systems.</a:t>
            </a:r>
          </a:p>
        </p:txBody>
      </p:sp>
    </p:spTree>
    <p:extLst>
      <p:ext uri="{BB962C8B-B14F-4D97-AF65-F5344CB8AC3E}">
        <p14:creationId xmlns:p14="http://schemas.microsoft.com/office/powerpoint/2010/main" val="345853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0F0D-71D8-4EFB-062A-9919BA3B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9B5546E5-104F-1A97-8E6D-4EFFBAD6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Why FPGA’s?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65B03F-78A6-47EA-0EA9-5BCAFC66C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FPGA’s offer post fabrication reconfigurability unlike the one and done style of ASICs</a:t>
            </a:r>
          </a:p>
          <a:p>
            <a:r>
              <a:rPr lang="en-US"/>
              <a:t>They allow for</a:t>
            </a:r>
          </a:p>
          <a:p>
            <a:pPr lvl="1"/>
            <a:r>
              <a:rPr lang="en-US"/>
              <a:t>Custom data paths with deterministic latency</a:t>
            </a:r>
          </a:p>
          <a:p>
            <a:pPr lvl="1"/>
            <a:r>
              <a:rPr lang="en-US"/>
              <a:t>Deeply pipelined MAC units</a:t>
            </a:r>
          </a:p>
          <a:p>
            <a:pPr lvl="1"/>
            <a:r>
              <a:rPr lang="en-US"/>
              <a:t>Tailored on-chip memory hierarchies optimized for specific access patterns</a:t>
            </a:r>
          </a:p>
          <a:p>
            <a:r>
              <a:rPr lang="en-US"/>
              <a:t>These features make FPGAs well suited for matrix multiplication</a:t>
            </a:r>
          </a:p>
          <a:p>
            <a:r>
              <a:rPr lang="en-US"/>
              <a:t>They achieve high throughput with a modest power consumption</a:t>
            </a:r>
          </a:p>
        </p:txBody>
      </p:sp>
    </p:spTree>
    <p:extLst>
      <p:ext uri="{BB962C8B-B14F-4D97-AF65-F5344CB8AC3E}">
        <p14:creationId xmlns:p14="http://schemas.microsoft.com/office/powerpoint/2010/main" val="1948550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D9FEC-A791-6791-FD46-C5114A7A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2A829FA8-4671-8E53-E284-B0940D8E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</a:t>
            </a:r>
            <a:r>
              <a:rPr lang="en-US" sz="4000"/>
              <a:t>Role of High-Level Synthesis (HLS)</a:t>
            </a:r>
            <a:endParaRPr lang="en-US" sz="4000">
              <a:ea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0C56F5-04A8-8CB7-B15B-E628DED3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Traditional FPGA design with Verilog/VHDL is complex and time intensive</a:t>
            </a:r>
          </a:p>
          <a:p>
            <a:r>
              <a:rPr lang="en-US"/>
              <a:t>HLS tools allow hardware to be described in C/C++/</a:t>
            </a:r>
            <a:r>
              <a:rPr lang="en-US" err="1"/>
              <a:t>SystemC</a:t>
            </a:r>
            <a:endParaRPr lang="en-US"/>
          </a:p>
          <a:p>
            <a:r>
              <a:rPr lang="en-US"/>
              <a:t>Designers can guide synthesis using pragmas for</a:t>
            </a:r>
          </a:p>
          <a:p>
            <a:pPr lvl="1"/>
            <a:r>
              <a:rPr lang="en-US"/>
              <a:t>Loop pipelining</a:t>
            </a:r>
          </a:p>
          <a:p>
            <a:pPr lvl="1"/>
            <a:r>
              <a:rPr lang="en-US"/>
              <a:t>Loop unrolling</a:t>
            </a:r>
          </a:p>
          <a:p>
            <a:pPr lvl="1"/>
            <a:r>
              <a:rPr lang="en-US"/>
              <a:t>Array partitioning</a:t>
            </a:r>
          </a:p>
          <a:p>
            <a:r>
              <a:rPr lang="en-US"/>
              <a:t>HLS reduces development time and lowers the barrier for entry into FPGA design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2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27E00-D1FC-970A-36B5-C80E4BFC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03285DB7-D2B1-15BB-C4AB-97F4ED04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What Are We Doing?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F8904-E2F0-9F7D-A7B7-A8FDC2CFB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754904"/>
          </a:xfrm>
        </p:spPr>
        <p:txBody>
          <a:bodyPr>
            <a:normAutofit fontScale="92500"/>
          </a:bodyPr>
          <a:lstStyle/>
          <a:p>
            <a:r>
              <a:rPr lang="en-US"/>
              <a:t>We start by creating a baseline HLS implementation of matrix multiplication</a:t>
            </a:r>
          </a:p>
          <a:p>
            <a:r>
              <a:rPr lang="en-US"/>
              <a:t>Apply and isolate the effects of three key optimizations</a:t>
            </a:r>
          </a:p>
          <a:p>
            <a:r>
              <a:rPr lang="en-US"/>
              <a:t>Compare resource utilization and performance across all design variants</a:t>
            </a:r>
          </a:p>
          <a:p>
            <a:pPr lvl="1"/>
            <a:r>
              <a:rPr lang="en-US"/>
              <a:t>Tiling</a:t>
            </a:r>
          </a:p>
          <a:p>
            <a:pPr lvl="1"/>
            <a:r>
              <a:rPr lang="en-US"/>
              <a:t>Pipelining</a:t>
            </a:r>
          </a:p>
          <a:p>
            <a:pPr lvl="1"/>
            <a:r>
              <a:rPr lang="en-US"/>
              <a:t>Unrolling</a:t>
            </a:r>
          </a:p>
          <a:p>
            <a:r>
              <a:rPr lang="en-US"/>
              <a:t>Demonstrate the value of HLS-based design exploration for intensive mathematical operations</a:t>
            </a:r>
          </a:p>
        </p:txBody>
      </p:sp>
    </p:spTree>
    <p:extLst>
      <p:ext uri="{BB962C8B-B14F-4D97-AF65-F5344CB8AC3E}">
        <p14:creationId xmlns:p14="http://schemas.microsoft.com/office/powerpoint/2010/main" val="2686125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59EA-6F51-2C3A-C933-96851C38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– 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95938-FE9F-7496-45E1-D5B8BD3B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Classic matrix multiplication uses a triple nested loop to compute each element of </a:t>
            </a:r>
            <a:r>
              <a:rPr lang="en-US" i="1"/>
              <a:t>C[</a:t>
            </a:r>
            <a:r>
              <a:rPr lang="en-US" i="1" err="1"/>
              <a:t>i</a:t>
            </a:r>
            <a:r>
              <a:rPr lang="en-US" i="1"/>
              <a:t>][j]</a:t>
            </a:r>
          </a:p>
          <a:p>
            <a:endParaRPr lang="en-US" i="1"/>
          </a:p>
          <a:p>
            <a:endParaRPr lang="en-US" i="1"/>
          </a:p>
          <a:p>
            <a:endParaRPr lang="en-US" i="1"/>
          </a:p>
          <a:p>
            <a:r>
              <a:rPr lang="en-US"/>
              <a:t>Computational requirements</a:t>
            </a:r>
          </a:p>
          <a:p>
            <a:pPr lvl="1"/>
            <a:r>
              <a:rPr lang="en-US"/>
              <a:t>N</a:t>
            </a:r>
            <a:r>
              <a:rPr lang="en-US" baseline="30000"/>
              <a:t>3 </a:t>
            </a:r>
            <a:r>
              <a:rPr lang="en-US"/>
              <a:t>MAC operations</a:t>
            </a:r>
          </a:p>
          <a:p>
            <a:pPr lvl="1"/>
            <a:r>
              <a:rPr lang="en-US"/>
              <a:t>2N</a:t>
            </a:r>
            <a:r>
              <a:rPr lang="en-US" baseline="30000"/>
              <a:t>3 </a:t>
            </a:r>
            <a:r>
              <a:rPr lang="en-US"/>
              <a:t>memory reads</a:t>
            </a:r>
          </a:p>
          <a:p>
            <a:pPr lvl="1"/>
            <a:r>
              <a:rPr lang="en-US"/>
              <a:t>N</a:t>
            </a:r>
            <a:r>
              <a:rPr lang="en-US" baseline="30000"/>
              <a:t>2</a:t>
            </a:r>
            <a:r>
              <a:rPr lang="en-US"/>
              <a:t> memory writes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559716-B2A0-4A5D-5C0C-9650839F44E3}"/>
                  </a:ext>
                </a:extLst>
              </p:cNvPr>
              <p:cNvSpPr txBox="1"/>
              <p:nvPr/>
            </p:nvSpPr>
            <p:spPr>
              <a:xfrm>
                <a:off x="3881773" y="2818672"/>
                <a:ext cx="4701623" cy="12206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] = </m:t>
                      </m:r>
                      <m:nary>
                        <m:naryPr>
                          <m:chr m:val="∑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][</m:t>
                          </m:r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]∙</m:t>
                          </m:r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][</m:t>
                          </m:r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559716-B2A0-4A5D-5C0C-9650839F4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773" y="2818672"/>
                <a:ext cx="4701623" cy="12206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2607C28-E8A5-0457-99FE-C8A480A630BA}"/>
              </a:ext>
            </a:extLst>
          </p:cNvPr>
          <p:cNvSpPr txBox="1"/>
          <p:nvPr/>
        </p:nvSpPr>
        <p:spPr>
          <a:xfrm>
            <a:off x="9283768" y="3244333"/>
            <a:ext cx="1681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Equation 1</a:t>
            </a:r>
          </a:p>
        </p:txBody>
      </p:sp>
    </p:spTree>
    <p:extLst>
      <p:ext uri="{BB962C8B-B14F-4D97-AF65-F5344CB8AC3E}">
        <p14:creationId xmlns:p14="http://schemas.microsoft.com/office/powerpoint/2010/main" val="331267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1553-1D24-D244-2C31-2F501D04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0EB26-45EC-B9CB-93FD-E4DC155F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– FPGA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AF06-D3D2-4B67-01FE-B6E15789F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372" y="1393163"/>
            <a:ext cx="6766560" cy="4351339"/>
          </a:xfrm>
        </p:spPr>
        <p:txBody>
          <a:bodyPr/>
          <a:lstStyle/>
          <a:p>
            <a:r>
              <a:rPr lang="en-US"/>
              <a:t>Modern FPGAs contain 4 main parts</a:t>
            </a:r>
          </a:p>
          <a:p>
            <a:pPr lvl="1"/>
            <a:r>
              <a:rPr lang="en-US"/>
              <a:t>CLBs with LUTs and flip-flops for general logic</a:t>
            </a:r>
          </a:p>
          <a:p>
            <a:pPr lvl="1"/>
            <a:r>
              <a:rPr lang="en-US"/>
              <a:t>DSP slices for high-speed MAC operations</a:t>
            </a:r>
          </a:p>
          <a:p>
            <a:pPr lvl="1"/>
            <a:r>
              <a:rPr lang="en-US"/>
              <a:t>BRAM tiles for dual-ported low latency on-chip memory</a:t>
            </a:r>
          </a:p>
          <a:p>
            <a:pPr lvl="1"/>
            <a:r>
              <a:rPr lang="en-US"/>
              <a:t>Programmable interconnect for routing signals between components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F28D01-0A4A-0C2B-E187-40BEACF7B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58" y="1298164"/>
            <a:ext cx="4088817" cy="2997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785529-7973-789F-41F2-95A5471F11F2}"/>
              </a:ext>
            </a:extLst>
          </p:cNvPr>
          <p:cNvSpPr txBox="1"/>
          <p:nvPr/>
        </p:nvSpPr>
        <p:spPr>
          <a:xfrm>
            <a:off x="7966069" y="4110498"/>
            <a:ext cx="294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Figure 1: FPGA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98909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339B-7A91-0C31-BE22-88B94C34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– HLS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79C3-2426-B485-56C2-2471E33B6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en-US"/>
              <a:t>Converts Runtime C/C++ to cycle accurate RTL</a:t>
            </a:r>
          </a:p>
          <a:p>
            <a:pPr marL="227965" indent="-227965"/>
            <a:r>
              <a:rPr lang="en-US"/>
              <a:t>The stages are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685165" lvl="1" indent="-227965"/>
            <a:r>
              <a:rPr lang="en-US"/>
              <a:t>Scheduling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685165" lvl="1" indent="-227965"/>
            <a:r>
              <a:rPr lang="en-US"/>
              <a:t>Binding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685165" lvl="1" indent="-227965"/>
            <a:r>
              <a:rPr lang="en-US"/>
              <a:t>Control Synthesis</a:t>
            </a:r>
            <a:endParaRPr lang="en-US">
              <a:ea typeface="Calibri"/>
              <a:cs typeface="Calibri"/>
            </a:endParaRPr>
          </a:p>
          <a:p>
            <a:pPr marL="227965" indent="-227965"/>
            <a:r>
              <a:rPr lang="en-US"/>
              <a:t>Key HLS pragmas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685165" lvl="1" indent="-227965"/>
            <a:r>
              <a:rPr lang="en-US"/>
              <a:t>PIPELINE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685165" lvl="1" indent="-227965"/>
            <a:r>
              <a:rPr lang="en-US"/>
              <a:t>UNROLL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685165" lvl="1" indent="-227965"/>
            <a:r>
              <a:rPr lang="en-US"/>
              <a:t>ARRAY_PARTITION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685165" lvl="1" indent="-227965"/>
            <a:r>
              <a:rPr lang="en-US"/>
              <a:t>DATAFLOW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5119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5A74-E135-4A4C-70AC-D09F35D18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35B6-1606-95AB-7AB7-1B1C63B0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– 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6EB47-75E4-3D01-ED6B-23E2BD994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en-US">
                <a:ea typeface="+mn-lt"/>
                <a:cs typeface="+mn-lt"/>
              </a:rPr>
              <a:t>Y. Ma, Y. Cao, S. </a:t>
            </a:r>
            <a:r>
              <a:rPr lang="en-US" err="1">
                <a:ea typeface="+mn-lt"/>
                <a:cs typeface="+mn-lt"/>
              </a:rPr>
              <a:t>Vrudhula</a:t>
            </a:r>
            <a:r>
              <a:rPr lang="en-US">
                <a:ea typeface="+mn-lt"/>
                <a:cs typeface="+mn-lt"/>
              </a:rPr>
              <a:t>, and J.-S. Seo, “Optimizing the Convolution Operation to Accelerate Deep Neural Networks on FPGA,” IEEE Trans. Very Large Scale Integration (VLSI) Systems, vol. 26, no. 7, pp. 1354–1367, 2018.</a:t>
            </a:r>
            <a:endParaRPr lang="en-US"/>
          </a:p>
          <a:p>
            <a:pPr marL="227965" indent="-227965"/>
            <a:r>
              <a:rPr lang="en-US">
                <a:ea typeface="+mn-lt"/>
                <a:cs typeface="+mn-lt"/>
              </a:rPr>
              <a:t>K. Abdelouahab, M. </a:t>
            </a:r>
            <a:r>
              <a:rPr lang="en-US" err="1">
                <a:ea typeface="+mn-lt"/>
                <a:cs typeface="+mn-lt"/>
              </a:rPr>
              <a:t>Pelcat</a:t>
            </a:r>
            <a:r>
              <a:rPr lang="en-US">
                <a:ea typeface="+mn-lt"/>
                <a:cs typeface="+mn-lt"/>
              </a:rPr>
              <a:t>, J. Serot, and F. Berry, “Accelerating CNN Inference on FPGAs: A Survey,” </a:t>
            </a:r>
            <a:r>
              <a:rPr lang="en-US" err="1">
                <a:ea typeface="+mn-lt"/>
                <a:cs typeface="+mn-lt"/>
              </a:rPr>
              <a:t>arXiv</a:t>
            </a:r>
            <a:r>
              <a:rPr lang="en-US">
                <a:ea typeface="+mn-lt"/>
                <a:cs typeface="+mn-lt"/>
              </a:rPr>
              <a:t> preprint arXiv:1806.01683, 2018.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/>
              <a:t>Collective conclusion:</a:t>
            </a:r>
          </a:p>
          <a:p>
            <a:pPr lvl="1"/>
            <a:r>
              <a:rPr lang="en-US"/>
              <a:t>FPGA achieve competitive throughput for matrix operations when memory access, buffering, and pipelining are optimized</a:t>
            </a:r>
          </a:p>
        </p:txBody>
      </p:sp>
    </p:spTree>
    <p:extLst>
      <p:ext uri="{BB962C8B-B14F-4D97-AF65-F5344CB8AC3E}">
        <p14:creationId xmlns:p14="http://schemas.microsoft.com/office/powerpoint/2010/main" val="1468897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3A6E-EFB1-ACD5-17E3-3B5EF4CA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Methodology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B6BC73-99ED-3D66-34E8-4D76EF2923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2913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654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AF03-EBBD-EEC2-B79F-54CD1E87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Baseline Design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6DABC9-A9C9-0E06-F983-073989D8C4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62242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5" name="Picture 34" descr="A screenshot of a graph&#10;&#10;AI-generated content may be incorrect.">
            <a:extLst>
              <a:ext uri="{FF2B5EF4-FFF2-40B4-BE49-F238E27FC236}">
                <a16:creationId xmlns:a16="http://schemas.microsoft.com/office/drawing/2014/main" id="{39AF2CA7-0435-E9C0-0D7A-8DA5730BBD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210" y="583030"/>
            <a:ext cx="3790449" cy="248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79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3B89-8A09-AEAB-5F2D-296D4B2A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Optimized Designs – Tiled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45E121-5762-934D-7EF1-37FE76789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4422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C5A3657C-5A43-9979-4045-FD2BF5318B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0053" y="574005"/>
            <a:ext cx="3778918" cy="249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05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1B71-383C-6CC6-46E9-B2EA9544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889E-9A92-D93B-B1BB-2A9246EA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Optimized Designs – Pipelined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7ACD3C-F3F0-DB19-0D13-7E97E1F9E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3830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0CD518E-A10A-23D4-6A17-EF1C4C34D7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6212" y="468480"/>
            <a:ext cx="3798470" cy="249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5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560AF-39F3-C14F-1767-17CE8EB61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05C9-F66C-544D-7EC3-1C7E3CBF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Optimized Designs – Unrolled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5262FF-C678-6824-E172-0AF6ACCEC2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06682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" name="Picture 2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079EAF3-6600-9A5A-52C3-6EE9FF911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662" y="584534"/>
            <a:ext cx="3666625" cy="245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36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6664-954B-B83D-7BFD-893E2543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0B17B6-BF5B-994F-3071-7751C468CA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9331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3476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D687-EA3C-CD45-4C71-6068B8B3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BB9C-9BC4-57B2-1766-1223DCF4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Results: Performance</a:t>
            </a:r>
            <a:r>
              <a:rPr lang="en-US">
                <a:ea typeface="+mj-lt"/>
                <a:cs typeface="+mj-lt"/>
              </a:rPr>
              <a:t> </a:t>
            </a:r>
            <a:r>
              <a:rPr lang="en-US" sz="4000">
                <a:ea typeface="+mj-lt"/>
                <a:cs typeface="+mj-lt"/>
              </a:rPr>
              <a:t>(N = 32, 100 MHz Clock)</a:t>
            </a:r>
            <a:r>
              <a:rPr lang="en-US" sz="4000"/>
              <a:t>    </a:t>
            </a:r>
            <a:endParaRPr lang="en-US" sz="4000">
              <a:ea typeface="Calibri Light"/>
              <a:cs typeface="Calibri Ligh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FC6B22-59EB-F475-402A-D63D08A48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4029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658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D687-EA3C-CD45-4C71-6068B8B3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BB9C-9BC4-57B2-1766-1223DCF4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Results: Resource Utilization (Zynq-7020)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FC6B22-59EB-F475-402A-D63D08A484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4653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D364C-53F9-6B68-951A-576F001C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Calibri Light"/>
                <a:cs typeface="Calibri Light"/>
              </a:rPr>
              <a:t>C/RTL Co-simulation Waveform Analysis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14A6B7-FF58-F5EB-150E-8CB4E47D6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6373" y="1502959"/>
            <a:ext cx="8686800" cy="4105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A01270-E2C2-5284-BE12-42F5926BE60A}"/>
              </a:ext>
            </a:extLst>
          </p:cNvPr>
          <p:cNvSpPr txBox="1"/>
          <p:nvPr/>
        </p:nvSpPr>
        <p:spPr>
          <a:xfrm>
            <a:off x="4706402" y="5710698"/>
            <a:ext cx="294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Figure 2: Waveform Analysis</a:t>
            </a:r>
          </a:p>
        </p:txBody>
      </p:sp>
    </p:spTree>
    <p:extLst>
      <p:ext uri="{BB962C8B-B14F-4D97-AF65-F5344CB8AC3E}">
        <p14:creationId xmlns:p14="http://schemas.microsoft.com/office/powerpoint/2010/main" val="3879119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54DE-FB10-9725-6CE2-5A6775BB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CCBF-BD48-2CB0-0716-D370C5D6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Calibri Light"/>
                <a:cs typeface="Calibri Light"/>
              </a:rPr>
              <a:t>C/RTL Co-simulation Waveform Analysis</a:t>
            </a:r>
            <a:endParaRPr lang="en-US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6C1BA4-CE6D-A3F6-696E-A185B9B87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996" y="1502959"/>
            <a:ext cx="8686800" cy="4105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856CE3-043C-A753-4624-5348E6801EE9}"/>
              </a:ext>
            </a:extLst>
          </p:cNvPr>
          <p:cNvSpPr txBox="1"/>
          <p:nvPr/>
        </p:nvSpPr>
        <p:spPr>
          <a:xfrm>
            <a:off x="4706402" y="5710698"/>
            <a:ext cx="294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Figure 3: Waveform Analysis</a:t>
            </a:r>
          </a:p>
        </p:txBody>
      </p:sp>
    </p:spTree>
    <p:extLst>
      <p:ext uri="{BB962C8B-B14F-4D97-AF65-F5344CB8AC3E}">
        <p14:creationId xmlns:p14="http://schemas.microsoft.com/office/powerpoint/2010/main" val="928081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FC125-C4B7-A79E-6DE5-42491043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BE7A-1EE8-93E3-50D8-CF74F5EA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4AF0DF-1516-DD39-5AC8-29BA854FB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4586459"/>
              </p:ext>
            </p:extLst>
          </p:nvPr>
        </p:nvGraphicFramePr>
        <p:xfrm>
          <a:off x="838200" y="125165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66097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1_Office Theme</vt:lpstr>
      <vt:lpstr>PowerPoint Presentation</vt:lpstr>
      <vt:lpstr>Introduction – Why is it important</vt:lpstr>
      <vt:lpstr>Introduction – Computational Costs</vt:lpstr>
      <vt:lpstr>Introduction – Why FPGA’s?</vt:lpstr>
      <vt:lpstr>Introduction – Role of High-Level Synthesis (HLS)</vt:lpstr>
      <vt:lpstr>Introduction – What Are We Doing?</vt:lpstr>
      <vt:lpstr>Background – Matrix Multiplication</vt:lpstr>
      <vt:lpstr>Background – FPGA Architecture</vt:lpstr>
      <vt:lpstr>Background – HLS</vt:lpstr>
      <vt:lpstr>Background – Related Work</vt:lpstr>
      <vt:lpstr>Design Methodology </vt:lpstr>
      <vt:lpstr>Baseline Design </vt:lpstr>
      <vt:lpstr>Optimized Designs – Tiled</vt:lpstr>
      <vt:lpstr>Optimized Designs – Pipelined</vt:lpstr>
      <vt:lpstr>Optimized Designs – Unrolled</vt:lpstr>
      <vt:lpstr>Experimental Setup</vt:lpstr>
      <vt:lpstr>Results: Performance (N = 32, 100 MHz Clock)    </vt:lpstr>
      <vt:lpstr>Results: Resource Utilization (Zynq-7020)</vt:lpstr>
      <vt:lpstr>C/RTL Co-simulation Waveform Analysis</vt:lpstr>
      <vt:lpstr>C/RTL Co-simulation Waveform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 Snyder</dc:creator>
  <cp:revision>1</cp:revision>
  <dcterms:created xsi:type="dcterms:W3CDTF">2026-05-05T20:18:25Z</dcterms:created>
  <dcterms:modified xsi:type="dcterms:W3CDTF">2026-05-11T01:47:46Z</dcterms:modified>
</cp:coreProperties>
</file>